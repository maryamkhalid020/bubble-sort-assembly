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ileron" panose="020B0604020202020204" charset="0"/>
      <p:regular r:id="rId12"/>
    </p:embeddedFont>
    <p:embeddedFont>
      <p:font typeface="Aileron Bold" panose="020B0604020202020204" charset="0"/>
      <p:regular r:id="rId13"/>
    </p:embeddedFont>
    <p:embeddedFont>
      <p:font typeface="Glacial Indifference Bold" panose="020B0604020202020204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Times New Roman Bold" panose="02020803070505020304" pitchFamily="18" charset="0"/>
      <p:regular r:id="rId16"/>
      <p:bold r:id="rId17"/>
    </p:embeddedFont>
    <p:embeddedFont>
      <p:font typeface="Times New Roman M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2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7813" y="157796"/>
            <a:ext cx="12129152" cy="6420357"/>
          </a:xfrm>
          <a:custGeom>
            <a:avLst/>
            <a:gdLst/>
            <a:ahLst/>
            <a:cxnLst/>
            <a:rect l="l" t="t" r="r" b="b"/>
            <a:pathLst>
              <a:path w="12129152" h="6420357">
                <a:moveTo>
                  <a:pt x="0" y="0"/>
                </a:moveTo>
                <a:lnTo>
                  <a:pt x="12129151" y="0"/>
                </a:lnTo>
                <a:lnTo>
                  <a:pt x="12129151" y="6420357"/>
                </a:lnTo>
                <a:lnTo>
                  <a:pt x="0" y="6420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3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896275">
            <a:off x="-119537" y="4008871"/>
            <a:ext cx="1834019" cy="2372999"/>
          </a:xfrm>
          <a:custGeom>
            <a:avLst/>
            <a:gdLst/>
            <a:ahLst/>
            <a:cxnLst/>
            <a:rect l="l" t="t" r="r" b="b"/>
            <a:pathLst>
              <a:path w="1834019" h="2372999">
                <a:moveTo>
                  <a:pt x="0" y="0"/>
                </a:moveTo>
                <a:lnTo>
                  <a:pt x="1834019" y="0"/>
                </a:lnTo>
                <a:lnTo>
                  <a:pt x="1834019" y="2372999"/>
                </a:lnTo>
                <a:lnTo>
                  <a:pt x="0" y="2372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8662" y="8463723"/>
            <a:ext cx="11967053" cy="152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03"/>
              </a:lnSpc>
            </a:pPr>
            <a:r>
              <a:rPr lang="en-US" sz="14004" b="1" spc="-1400">
                <a:solidFill>
                  <a:srgbClr val="2BA5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BUBBLE SORT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31674" y="7034660"/>
            <a:ext cx="5673739" cy="3252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2"/>
              </a:lnSpc>
            </a:pPr>
            <a:r>
              <a:rPr lang="en-US" sz="3217" b="1" u="sng" spc="-321">
                <a:solidFill>
                  <a:srgbClr val="2BA59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MARYAM  KHALID</a:t>
            </a:r>
          </a:p>
          <a:p>
            <a:pPr algn="ctr">
              <a:lnSpc>
                <a:spcPts val="2252"/>
              </a:lnSpc>
            </a:pPr>
            <a:endParaRPr lang="en-US" sz="3217" b="1" u="sng" spc="-321">
              <a:solidFill>
                <a:srgbClr val="2BA59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2252"/>
              </a:lnSpc>
            </a:pPr>
            <a:r>
              <a:rPr lang="en-US" sz="3217" b="1" spc="-321">
                <a:solidFill>
                  <a:srgbClr val="2BA59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01-134241-040</a:t>
            </a:r>
          </a:p>
          <a:p>
            <a:pPr algn="ctr">
              <a:lnSpc>
                <a:spcPts val="2252"/>
              </a:lnSpc>
            </a:pPr>
            <a:endParaRPr lang="en-US" sz="3217" b="1" spc="-321">
              <a:solidFill>
                <a:srgbClr val="2BA59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2260"/>
              </a:lnSpc>
            </a:pPr>
            <a:r>
              <a:rPr lang="en-US" sz="3228" b="1" u="sng" spc="-322">
                <a:solidFill>
                  <a:srgbClr val="2BA59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SABAHAT</a:t>
            </a:r>
          </a:p>
          <a:p>
            <a:pPr algn="ctr">
              <a:lnSpc>
                <a:spcPts val="2252"/>
              </a:lnSpc>
            </a:pPr>
            <a:endParaRPr lang="en-US" sz="3228" b="1" u="sng" spc="-322">
              <a:solidFill>
                <a:srgbClr val="2BA59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2252"/>
              </a:lnSpc>
            </a:pPr>
            <a:r>
              <a:rPr lang="en-US" sz="3217" b="1" spc="-321">
                <a:solidFill>
                  <a:srgbClr val="2BA59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01-134241-041</a:t>
            </a:r>
          </a:p>
          <a:p>
            <a:pPr algn="ctr">
              <a:lnSpc>
                <a:spcPts val="2252"/>
              </a:lnSpc>
            </a:pPr>
            <a:endParaRPr lang="en-US" sz="3217" b="1" spc="-321">
              <a:solidFill>
                <a:srgbClr val="2BA59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2252"/>
              </a:lnSpc>
            </a:pPr>
            <a:r>
              <a:rPr lang="en-US" sz="3217" b="1" u="sng" spc="-321">
                <a:solidFill>
                  <a:srgbClr val="2BA59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ROHAN  MUNIR</a:t>
            </a:r>
          </a:p>
          <a:p>
            <a:pPr algn="ctr">
              <a:lnSpc>
                <a:spcPts val="2252"/>
              </a:lnSpc>
            </a:pPr>
            <a:endParaRPr lang="en-US" sz="3217" b="1" u="sng" spc="-321">
              <a:solidFill>
                <a:srgbClr val="2BA59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0" lvl="0" indent="0" algn="ctr">
              <a:lnSpc>
                <a:spcPts val="2252"/>
              </a:lnSpc>
            </a:pPr>
            <a:r>
              <a:rPr lang="en-US" sz="3217" b="1" spc="-321">
                <a:solidFill>
                  <a:srgbClr val="2BA59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01-134241-040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0716" y="771525"/>
            <a:ext cx="14206568" cy="460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397"/>
              </a:lnSpc>
              <a:spcBef>
                <a:spcPct val="0"/>
              </a:spcBef>
            </a:pPr>
            <a:r>
              <a:rPr lang="en-US" sz="16281" b="1" u="none" strike="noStrike" spc="-1628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 TO THE BUBBLE SORT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5697141"/>
            <a:ext cx="18288000" cy="331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833" lvl="1" indent="-388916" algn="l">
              <a:lnSpc>
                <a:spcPts val="4395"/>
              </a:lnSpc>
              <a:buFont typeface="Arial"/>
              <a:buChar char="•"/>
            </a:pPr>
            <a:r>
              <a:rPr lang="en-US" sz="3602" spc="-108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3602" u="none" strike="noStrike" spc="-108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mplemented in COAL to compare and exchange adjacent elements in an array stored in memory.</a:t>
            </a:r>
          </a:p>
          <a:p>
            <a:pPr marL="777833" lvl="1" indent="-388916" algn="l">
              <a:lnSpc>
                <a:spcPts val="4395"/>
              </a:lnSpc>
              <a:buFont typeface="Arial"/>
              <a:buChar char="•"/>
            </a:pPr>
            <a:r>
              <a:rPr lang="en-US" sz="3602" u="none" strike="noStrike" spc="-108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Registers such as SI, DI, CX, and DX are used to hold memory addresses and loop counters.</a:t>
            </a:r>
          </a:p>
          <a:p>
            <a:pPr marL="777833" lvl="1" indent="-388916" algn="just">
              <a:lnSpc>
                <a:spcPts val="4395"/>
              </a:lnSpc>
              <a:buFont typeface="Arial"/>
              <a:buChar char="•"/>
            </a:pPr>
            <a:r>
              <a:rPr lang="en-US" sz="3602" u="none" strike="noStrike" spc="-108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The CMP instruction compares two values.</a:t>
            </a:r>
          </a:p>
          <a:p>
            <a:pPr marL="777833" lvl="1" indent="-388916" algn="l">
              <a:lnSpc>
                <a:spcPts val="4395"/>
              </a:lnSpc>
              <a:buFont typeface="Arial"/>
              <a:buChar char="•"/>
            </a:pPr>
            <a:r>
              <a:rPr lang="en-US" sz="3602" u="none" strike="noStrike" spc="-108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MOV or XCHG instructions perform the data transfer.</a:t>
            </a:r>
          </a:p>
          <a:p>
            <a:pPr marL="777833" lvl="1" indent="-388916" algn="just">
              <a:lnSpc>
                <a:spcPts val="4395"/>
              </a:lnSpc>
              <a:buFont typeface="Arial"/>
              <a:buChar char="•"/>
            </a:pPr>
            <a:r>
              <a:rPr lang="en-US" sz="3602" u="none" strike="noStrike" spc="-108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Looping is controlled using DEC, INC, and LOOP instructions.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9355115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5362802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0308" y="1980588"/>
            <a:ext cx="8631027" cy="6325824"/>
          </a:xfrm>
          <a:custGeom>
            <a:avLst/>
            <a:gdLst/>
            <a:ahLst/>
            <a:cxnLst/>
            <a:rect l="l" t="t" r="r" b="b"/>
            <a:pathLst>
              <a:path w="8631027" h="6325824">
                <a:moveTo>
                  <a:pt x="0" y="0"/>
                </a:moveTo>
                <a:lnTo>
                  <a:pt x="8631028" y="0"/>
                </a:lnTo>
                <a:lnTo>
                  <a:pt x="8631028" y="6325824"/>
                </a:lnTo>
                <a:lnTo>
                  <a:pt x="0" y="632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395674" y="1533525"/>
            <a:ext cx="8021023" cy="209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53"/>
              </a:lnSpc>
              <a:spcBef>
                <a:spcPct val="0"/>
              </a:spcBef>
            </a:pPr>
            <a:r>
              <a:rPr lang="en-US" sz="10790" b="1" u="none" strike="noStrike" spc="-107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GOALS  AND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95674" y="3656732"/>
            <a:ext cx="8519629" cy="5601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646" lvl="1" indent="-356823" algn="just">
              <a:lnSpc>
                <a:spcPts val="4032"/>
              </a:lnSpc>
              <a:buFont typeface="Arial"/>
              <a:buChar char="•"/>
            </a:pP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Unde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rs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ubble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ort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ks s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ep-by-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tep.</a:t>
            </a:r>
          </a:p>
          <a:p>
            <a:pPr marL="713646" lvl="1" indent="-356823" algn="just">
              <a:lnSpc>
                <a:spcPts val="4032"/>
              </a:lnSpc>
              <a:buFont typeface="Arial"/>
              <a:buChar char="•"/>
            </a:pP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Learn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dj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ce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nt element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compar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so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le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to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ting.</a:t>
            </a:r>
          </a:p>
          <a:p>
            <a:pPr marL="713646" lvl="1" indent="-356823" algn="just">
              <a:lnSpc>
                <a:spcPts val="4032"/>
              </a:lnSpc>
              <a:buFont typeface="Arial"/>
              <a:buChar char="•"/>
            </a:pP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de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ti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y h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ow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lo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ops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con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ro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l s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ting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pass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s.</a:t>
            </a:r>
          </a:p>
          <a:p>
            <a:pPr marL="713646" lvl="1" indent="-356823" algn="just">
              <a:lnSpc>
                <a:spcPts val="4032"/>
              </a:lnSpc>
              <a:buFont typeface="Arial"/>
              <a:buChar char="•"/>
            </a:pP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Apply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sor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ing l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ogic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sing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Ass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em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bl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y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(COAL)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in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tr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ucti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on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s.</a:t>
            </a:r>
          </a:p>
          <a:p>
            <a:pPr marL="713646" lvl="1" indent="-356823" algn="just">
              <a:lnSpc>
                <a:spcPts val="4032"/>
              </a:lnSpc>
              <a:buFont typeface="Arial"/>
              <a:buChar char="•"/>
            </a:pP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Analyz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he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algo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ri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thm’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 e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ffici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ncy.</a:t>
            </a:r>
          </a:p>
          <a:p>
            <a:pPr marL="713646" lvl="1" indent="-356823" algn="just">
              <a:lnSpc>
                <a:spcPts val="4032"/>
              </a:lnSpc>
              <a:buFont typeface="Arial"/>
              <a:buChar char="•"/>
            </a:pP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ualize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sorting through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ow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chart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 t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ra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ce 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exam</a:t>
            </a:r>
            <a:r>
              <a:rPr lang="en-US" sz="3305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3305" u="none" strike="noStrike" spc="-99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le.</a:t>
            </a:r>
          </a:p>
          <a:p>
            <a:pPr marL="0" lvl="0" indent="0" algn="just">
              <a:lnSpc>
                <a:spcPts val="4283"/>
              </a:lnSpc>
            </a:pPr>
            <a:endParaRPr lang="en-US" sz="3305" u="none" strike="noStrike" spc="-99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550577" y="1836221"/>
            <a:ext cx="12147829" cy="7147487"/>
          </a:xfrm>
          <a:custGeom>
            <a:avLst/>
            <a:gdLst/>
            <a:ahLst/>
            <a:cxnLst/>
            <a:rect l="l" t="t" r="r" b="b"/>
            <a:pathLst>
              <a:path w="12147829" h="7147487">
                <a:moveTo>
                  <a:pt x="12147829" y="0"/>
                </a:moveTo>
                <a:lnTo>
                  <a:pt x="0" y="0"/>
                </a:lnTo>
                <a:lnTo>
                  <a:pt x="0" y="7147487"/>
                </a:lnTo>
                <a:lnTo>
                  <a:pt x="12147829" y="7147487"/>
                </a:lnTo>
                <a:lnTo>
                  <a:pt x="12147829" y="0"/>
                </a:lnTo>
                <a:close/>
              </a:path>
            </a:pathLst>
          </a:custGeom>
          <a:blipFill>
            <a:blip r:embed="rId2"/>
            <a:stretch>
              <a:fillRect t="-810" b="-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71767" y="1476375"/>
            <a:ext cx="6778810" cy="233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23"/>
              </a:lnSpc>
            </a:pPr>
            <a:r>
              <a:rPr lang="en-US" sz="11199" b="1" spc="-1119">
                <a:solidFill>
                  <a:srgbClr val="1E1E1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</a:t>
            </a:r>
            <a:r>
              <a:rPr lang="en-US" sz="11199" b="1" u="none" strike="noStrike" spc="-1119">
                <a:solidFill>
                  <a:srgbClr val="1E1E1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ORKING EXAMPLE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1767" y="4291155"/>
            <a:ext cx="9245364" cy="518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602"/>
              </a:lnSpc>
            </a:pPr>
            <a:r>
              <a:rPr lang="en-US" sz="3772" spc="-113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3772" u="none" strike="noStrike" spc="-113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rray: [5, 3, 8, 1, 2]</a:t>
            </a:r>
          </a:p>
          <a:p>
            <a:pPr marL="814434" lvl="1" indent="-407217" algn="just">
              <a:lnSpc>
                <a:spcPts val="4602"/>
              </a:lnSpc>
              <a:buFont typeface="Arial"/>
              <a:buChar char="•"/>
            </a:pPr>
            <a:r>
              <a:rPr lang="en-US" sz="3772" u="none" strike="noStrike" spc="-113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Pass 1: 3 moves ahead of 5, then 1 moves ahead of 8, etc. → largest (8) moves to end</a:t>
            </a:r>
          </a:p>
          <a:p>
            <a:pPr marL="814434" lvl="1" indent="-407217" algn="just">
              <a:lnSpc>
                <a:spcPts val="4602"/>
              </a:lnSpc>
              <a:buFont typeface="Arial"/>
              <a:buChar char="•"/>
            </a:pPr>
            <a:r>
              <a:rPr lang="en-US" sz="3772" u="none" strike="noStrike" spc="-113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Pass 2: Next largest moves to correct position</a:t>
            </a:r>
          </a:p>
          <a:p>
            <a:pPr marL="814434" lvl="1" indent="-407217" algn="just">
              <a:lnSpc>
                <a:spcPts val="4602"/>
              </a:lnSpc>
              <a:buFont typeface="Arial"/>
              <a:buChar char="•"/>
            </a:pPr>
            <a:r>
              <a:rPr lang="en-US" sz="3772" u="none" strike="noStrike" spc="-113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Continue until fully sorted</a:t>
            </a:r>
          </a:p>
          <a:p>
            <a:pPr marL="0" lvl="0" indent="0" algn="just">
              <a:lnSpc>
                <a:spcPts val="4602"/>
              </a:lnSpc>
            </a:pPr>
            <a:r>
              <a:rPr lang="en-US" sz="3772" u="none" strike="noStrike" spc="-113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Final Result: [1, 2, 3, 5, 8]</a:t>
            </a:r>
          </a:p>
          <a:p>
            <a:pPr marL="0" lvl="0" indent="0" algn="just">
              <a:lnSpc>
                <a:spcPts val="4171"/>
              </a:lnSpc>
            </a:pPr>
            <a:endParaRPr lang="en-US" sz="3772" u="none" strike="noStrike" spc="-113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med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6231" y="5390582"/>
            <a:ext cx="15575538" cy="4896418"/>
            <a:chOff x="0" y="0"/>
            <a:chExt cx="2833290" cy="890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890690"/>
            </a:xfrm>
            <a:custGeom>
              <a:avLst/>
              <a:gdLst/>
              <a:ahLst/>
              <a:cxnLst/>
              <a:rect l="l" t="t" r="r" b="b"/>
              <a:pathLst>
                <a:path w="2833290" h="890690">
                  <a:moveTo>
                    <a:pt x="0" y="0"/>
                  </a:moveTo>
                  <a:lnTo>
                    <a:pt x="2833290" y="0"/>
                  </a:lnTo>
                  <a:lnTo>
                    <a:pt x="2833290" y="890690"/>
                  </a:lnTo>
                  <a:lnTo>
                    <a:pt x="0" y="890690"/>
                  </a:lnTo>
                  <a:close/>
                </a:path>
              </a:pathLst>
            </a:custGeom>
            <a:blipFill>
              <a:blip r:embed="rId2"/>
              <a:stretch>
                <a:fillRect t="-16589" b="-165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16267" y="1104230"/>
            <a:ext cx="9269540" cy="32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84"/>
              </a:lnSpc>
            </a:pPr>
            <a:r>
              <a:rPr lang="en-US" sz="10499" b="1" spc="-1049">
                <a:solidFill>
                  <a:srgbClr val="1F191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BUBB</a:t>
            </a:r>
            <a:r>
              <a:rPr lang="en-US" sz="10499" b="1" u="none" strike="noStrike" spc="-1049">
                <a:solidFill>
                  <a:srgbClr val="1F191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LE SORT IN COAL </a:t>
            </a:r>
          </a:p>
          <a:p>
            <a:pPr marL="0" lvl="0" indent="0" algn="l">
              <a:lnSpc>
                <a:spcPts val="8084"/>
              </a:lnSpc>
            </a:pPr>
            <a:r>
              <a:rPr lang="en-US" sz="10499" b="1" u="none" strike="noStrike" spc="-1049">
                <a:solidFill>
                  <a:srgbClr val="1F191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(ASSEMBLY VIEW)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72555" y="264980"/>
            <a:ext cx="7795093" cy="512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298" lvl="1" indent="-362649" algn="just">
              <a:lnSpc>
                <a:spcPts val="4098"/>
              </a:lnSpc>
              <a:buFont typeface="Arial"/>
              <a:buChar char="•"/>
            </a:pPr>
            <a:r>
              <a:rPr lang="en-US" sz="3359" spc="-1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Ar</a:t>
            </a:r>
            <a:r>
              <a:rPr lang="en-US" sz="3359" u="none" strike="noStrike" spc="-1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ray stored in memory</a:t>
            </a:r>
          </a:p>
          <a:p>
            <a:pPr marL="725298" lvl="1" indent="-362649" algn="just">
              <a:lnSpc>
                <a:spcPts val="4098"/>
              </a:lnSpc>
              <a:buFont typeface="Arial"/>
              <a:buChar char="•"/>
            </a:pPr>
            <a:r>
              <a:rPr lang="en-US" sz="3359" u="none" strike="noStrike" spc="-1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SI and DI used as pointers (or index counters)</a:t>
            </a:r>
          </a:p>
          <a:p>
            <a:pPr marL="725298" lvl="1" indent="-362649" algn="just">
              <a:lnSpc>
                <a:spcPts val="4098"/>
              </a:lnSpc>
              <a:buFont typeface="Arial"/>
              <a:buChar char="•"/>
            </a:pPr>
            <a:r>
              <a:rPr lang="en-US" sz="3359" u="none" strike="noStrike" spc="-1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CMP instruction compares two elements</a:t>
            </a:r>
          </a:p>
          <a:p>
            <a:pPr marL="725298" lvl="1" indent="-362649" algn="just">
              <a:lnSpc>
                <a:spcPts val="4098"/>
              </a:lnSpc>
              <a:buFont typeface="Arial"/>
              <a:buChar char="•"/>
            </a:pPr>
            <a:r>
              <a:rPr lang="en-US" sz="3359" u="none" strike="noStrike" spc="-1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If arr[j] &gt; arr[j+1]:</a:t>
            </a:r>
          </a:p>
          <a:p>
            <a:pPr marL="725298" lvl="1" indent="-362649" algn="just">
              <a:lnSpc>
                <a:spcPts val="4098"/>
              </a:lnSpc>
              <a:buFont typeface="Arial"/>
              <a:buChar char="•"/>
            </a:pPr>
            <a:r>
              <a:rPr lang="en-US" sz="3359" u="none" strike="noStrike" spc="-1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Use XCHG or temporary register to swap</a:t>
            </a:r>
          </a:p>
          <a:p>
            <a:pPr marL="725298" lvl="1" indent="-362649" algn="just">
              <a:lnSpc>
                <a:spcPts val="4098"/>
              </a:lnSpc>
              <a:buFont typeface="Arial"/>
              <a:buChar char="•"/>
            </a:pPr>
            <a:r>
              <a:rPr lang="en-US" sz="3359" u="none" strike="noStrike" spc="-1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Outer loop decreases range each pass</a:t>
            </a:r>
          </a:p>
          <a:p>
            <a:pPr marL="0" lvl="0" indent="0" algn="just">
              <a:lnSpc>
                <a:spcPts val="3945"/>
              </a:lnSpc>
            </a:pPr>
            <a:endParaRPr lang="en-US" sz="3359" u="none" strike="noStrike" spc="-100">
              <a:solidFill>
                <a:srgbClr val="1E1E1E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  <p:transition spd="med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9903" y="2447175"/>
            <a:ext cx="7642997" cy="118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5"/>
              </a:lnSpc>
            </a:pPr>
            <a:r>
              <a:rPr lang="en-US" sz="11393" b="1" spc="-113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FLOWCHART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5451322"/>
            <a:ext cx="9890382" cy="4365704"/>
          </a:xfrm>
          <a:custGeom>
            <a:avLst/>
            <a:gdLst/>
            <a:ahLst/>
            <a:cxnLst/>
            <a:rect l="l" t="t" r="r" b="b"/>
            <a:pathLst>
              <a:path w="9890382" h="4365704">
                <a:moveTo>
                  <a:pt x="0" y="0"/>
                </a:moveTo>
                <a:lnTo>
                  <a:pt x="9890382" y="0"/>
                </a:lnTo>
                <a:lnTo>
                  <a:pt x="9890382" y="4365704"/>
                </a:lnTo>
                <a:lnTo>
                  <a:pt x="0" y="4365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1" b="-8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7996238" y="6333172"/>
            <a:ext cx="327660" cy="667702"/>
            <a:chOff x="0" y="0"/>
            <a:chExt cx="436880" cy="890270"/>
          </a:xfrm>
        </p:grpSpPr>
        <p:sp>
          <p:nvSpPr>
            <p:cNvPr id="5" name="Freeform 5"/>
            <p:cNvSpPr/>
            <p:nvPr/>
          </p:nvSpPr>
          <p:spPr>
            <a:xfrm>
              <a:off x="50182" y="48341"/>
              <a:ext cx="348078" cy="792203"/>
            </a:xfrm>
            <a:custGeom>
              <a:avLst/>
              <a:gdLst/>
              <a:ahLst/>
              <a:cxnLst/>
              <a:rect l="l" t="t" r="r" b="b"/>
              <a:pathLst>
                <a:path w="348078" h="792203">
                  <a:moveTo>
                    <a:pt x="182228" y="281859"/>
                  </a:moveTo>
                  <a:cubicBezTo>
                    <a:pt x="174608" y="516809"/>
                    <a:pt x="293988" y="624759"/>
                    <a:pt x="310498" y="678099"/>
                  </a:cubicBezTo>
                  <a:cubicBezTo>
                    <a:pt x="318118" y="703499"/>
                    <a:pt x="316848" y="721279"/>
                    <a:pt x="313038" y="736519"/>
                  </a:cubicBezTo>
                  <a:cubicBezTo>
                    <a:pt x="309228" y="750489"/>
                    <a:pt x="302878" y="761919"/>
                    <a:pt x="291448" y="770809"/>
                  </a:cubicBezTo>
                  <a:cubicBezTo>
                    <a:pt x="276208" y="782239"/>
                    <a:pt x="240648" y="796209"/>
                    <a:pt x="217788" y="791129"/>
                  </a:cubicBezTo>
                  <a:cubicBezTo>
                    <a:pt x="196198" y="786049"/>
                    <a:pt x="173338" y="773349"/>
                    <a:pt x="159368" y="742869"/>
                  </a:cubicBezTo>
                  <a:cubicBezTo>
                    <a:pt x="119998" y="656509"/>
                    <a:pt x="196198" y="248839"/>
                    <a:pt x="174608" y="148509"/>
                  </a:cubicBezTo>
                  <a:cubicBezTo>
                    <a:pt x="166988" y="112949"/>
                    <a:pt x="140318" y="101519"/>
                    <a:pt x="140318" y="78659"/>
                  </a:cubicBezTo>
                  <a:cubicBezTo>
                    <a:pt x="141588" y="55799"/>
                    <a:pt x="160638" y="22779"/>
                    <a:pt x="179688" y="11349"/>
                  </a:cubicBezTo>
                  <a:cubicBezTo>
                    <a:pt x="200008" y="-1351"/>
                    <a:pt x="236838" y="-3891"/>
                    <a:pt x="258428" y="6269"/>
                  </a:cubicBezTo>
                  <a:cubicBezTo>
                    <a:pt x="278748" y="15159"/>
                    <a:pt x="301608" y="44369"/>
                    <a:pt x="305418" y="67229"/>
                  </a:cubicBezTo>
                  <a:cubicBezTo>
                    <a:pt x="309228" y="90089"/>
                    <a:pt x="297798" y="125649"/>
                    <a:pt x="281288" y="142159"/>
                  </a:cubicBezTo>
                  <a:cubicBezTo>
                    <a:pt x="264778" y="157399"/>
                    <a:pt x="229218" y="167559"/>
                    <a:pt x="206358" y="163749"/>
                  </a:cubicBezTo>
                  <a:cubicBezTo>
                    <a:pt x="184768" y="158669"/>
                    <a:pt x="156828" y="133269"/>
                    <a:pt x="146668" y="112949"/>
                  </a:cubicBezTo>
                  <a:cubicBezTo>
                    <a:pt x="139048" y="97709"/>
                    <a:pt x="139048" y="76119"/>
                    <a:pt x="144128" y="60879"/>
                  </a:cubicBezTo>
                  <a:cubicBezTo>
                    <a:pt x="147938" y="44369"/>
                    <a:pt x="158098" y="26589"/>
                    <a:pt x="173338" y="16429"/>
                  </a:cubicBezTo>
                  <a:cubicBezTo>
                    <a:pt x="191118" y="4999"/>
                    <a:pt x="231758" y="-81"/>
                    <a:pt x="249538" y="2459"/>
                  </a:cubicBezTo>
                  <a:cubicBezTo>
                    <a:pt x="259698" y="4999"/>
                    <a:pt x="266048" y="6269"/>
                    <a:pt x="273668" y="15159"/>
                  </a:cubicBezTo>
                  <a:cubicBezTo>
                    <a:pt x="293988" y="36749"/>
                    <a:pt x="323198" y="98979"/>
                    <a:pt x="335898" y="162479"/>
                  </a:cubicBezTo>
                  <a:cubicBezTo>
                    <a:pt x="357488" y="267889"/>
                    <a:pt x="346058" y="510459"/>
                    <a:pt x="334628" y="598089"/>
                  </a:cubicBezTo>
                  <a:cubicBezTo>
                    <a:pt x="328278" y="636189"/>
                    <a:pt x="314308" y="653969"/>
                    <a:pt x="310498" y="678099"/>
                  </a:cubicBezTo>
                  <a:cubicBezTo>
                    <a:pt x="307958" y="699689"/>
                    <a:pt x="320658" y="720009"/>
                    <a:pt x="313038" y="736519"/>
                  </a:cubicBezTo>
                  <a:cubicBezTo>
                    <a:pt x="304148" y="756839"/>
                    <a:pt x="278748" y="783509"/>
                    <a:pt x="257158" y="789859"/>
                  </a:cubicBezTo>
                  <a:cubicBezTo>
                    <a:pt x="235568" y="796209"/>
                    <a:pt x="202548" y="786049"/>
                    <a:pt x="182228" y="774619"/>
                  </a:cubicBezTo>
                  <a:cubicBezTo>
                    <a:pt x="163178" y="763189"/>
                    <a:pt x="154288" y="750489"/>
                    <a:pt x="137778" y="727629"/>
                  </a:cubicBezTo>
                  <a:cubicBezTo>
                    <a:pt x="104758" y="684449"/>
                    <a:pt x="42528" y="581579"/>
                    <a:pt x="19668" y="515539"/>
                  </a:cubicBezTo>
                  <a:cubicBezTo>
                    <a:pt x="3158" y="464739"/>
                    <a:pt x="-1922" y="420289"/>
                    <a:pt x="618" y="372029"/>
                  </a:cubicBezTo>
                  <a:cubicBezTo>
                    <a:pt x="3158" y="319959"/>
                    <a:pt x="19668" y="246299"/>
                    <a:pt x="41258" y="215819"/>
                  </a:cubicBezTo>
                  <a:cubicBezTo>
                    <a:pt x="52688" y="196769"/>
                    <a:pt x="67928" y="186609"/>
                    <a:pt x="85708" y="181529"/>
                  </a:cubicBezTo>
                  <a:cubicBezTo>
                    <a:pt x="102218" y="176449"/>
                    <a:pt x="125078" y="178989"/>
                    <a:pt x="140318" y="186609"/>
                  </a:cubicBezTo>
                  <a:cubicBezTo>
                    <a:pt x="156828" y="194229"/>
                    <a:pt x="172068" y="210739"/>
                    <a:pt x="179688" y="225979"/>
                  </a:cubicBezTo>
                  <a:cubicBezTo>
                    <a:pt x="186038" y="242489"/>
                    <a:pt x="182228" y="281859"/>
                    <a:pt x="182228" y="281859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73378" y="8878252"/>
            <a:ext cx="301942" cy="436245"/>
            <a:chOff x="0" y="0"/>
            <a:chExt cx="402590" cy="581660"/>
          </a:xfrm>
        </p:grpSpPr>
        <p:sp>
          <p:nvSpPr>
            <p:cNvPr id="7" name="Freeform 7"/>
            <p:cNvSpPr/>
            <p:nvPr/>
          </p:nvSpPr>
          <p:spPr>
            <a:xfrm>
              <a:off x="48201" y="47122"/>
              <a:ext cx="305283" cy="492085"/>
            </a:xfrm>
            <a:custGeom>
              <a:avLst/>
              <a:gdLst/>
              <a:ahLst/>
              <a:cxnLst/>
              <a:rect l="l" t="t" r="r" b="b"/>
              <a:pathLst>
                <a:path w="305283" h="492085">
                  <a:moveTo>
                    <a:pt x="274379" y="140838"/>
                  </a:moveTo>
                  <a:cubicBezTo>
                    <a:pt x="188019" y="213228"/>
                    <a:pt x="170239" y="243708"/>
                    <a:pt x="162619" y="274188"/>
                  </a:cubicBezTo>
                  <a:cubicBezTo>
                    <a:pt x="154999" y="304668"/>
                    <a:pt x="177859" y="360548"/>
                    <a:pt x="162619" y="374518"/>
                  </a:cubicBezTo>
                  <a:cubicBezTo>
                    <a:pt x="147379" y="385948"/>
                    <a:pt x="82609" y="371978"/>
                    <a:pt x="74989" y="356738"/>
                  </a:cubicBezTo>
                  <a:cubicBezTo>
                    <a:pt x="67369" y="340228"/>
                    <a:pt x="104199" y="307208"/>
                    <a:pt x="114359" y="277998"/>
                  </a:cubicBezTo>
                  <a:cubicBezTo>
                    <a:pt x="124519" y="246248"/>
                    <a:pt x="116899" y="195448"/>
                    <a:pt x="132139" y="173858"/>
                  </a:cubicBezTo>
                  <a:cubicBezTo>
                    <a:pt x="142299" y="157348"/>
                    <a:pt x="160079" y="148458"/>
                    <a:pt x="176589" y="143378"/>
                  </a:cubicBezTo>
                  <a:cubicBezTo>
                    <a:pt x="193099" y="139568"/>
                    <a:pt x="213419" y="139568"/>
                    <a:pt x="229929" y="147188"/>
                  </a:cubicBezTo>
                  <a:cubicBezTo>
                    <a:pt x="248979" y="157348"/>
                    <a:pt x="273109" y="186558"/>
                    <a:pt x="279459" y="208148"/>
                  </a:cubicBezTo>
                  <a:cubicBezTo>
                    <a:pt x="284539" y="224658"/>
                    <a:pt x="280729" y="244978"/>
                    <a:pt x="273109" y="260218"/>
                  </a:cubicBezTo>
                  <a:cubicBezTo>
                    <a:pt x="265489" y="275458"/>
                    <a:pt x="252789" y="291968"/>
                    <a:pt x="236279" y="298318"/>
                  </a:cubicBezTo>
                  <a:cubicBezTo>
                    <a:pt x="215959" y="307208"/>
                    <a:pt x="177859" y="308478"/>
                    <a:pt x="157539" y="298318"/>
                  </a:cubicBezTo>
                  <a:cubicBezTo>
                    <a:pt x="138489" y="286888"/>
                    <a:pt x="118169" y="253868"/>
                    <a:pt x="114359" y="232278"/>
                  </a:cubicBezTo>
                  <a:cubicBezTo>
                    <a:pt x="111819" y="214498"/>
                    <a:pt x="118169" y="195448"/>
                    <a:pt x="127059" y="180208"/>
                  </a:cubicBezTo>
                  <a:cubicBezTo>
                    <a:pt x="135949" y="166238"/>
                    <a:pt x="152459" y="152268"/>
                    <a:pt x="167699" y="147188"/>
                  </a:cubicBezTo>
                  <a:cubicBezTo>
                    <a:pt x="184209" y="140838"/>
                    <a:pt x="204529" y="139568"/>
                    <a:pt x="221039" y="144648"/>
                  </a:cubicBezTo>
                  <a:cubicBezTo>
                    <a:pt x="237549" y="149728"/>
                    <a:pt x="255329" y="161158"/>
                    <a:pt x="265489" y="175128"/>
                  </a:cubicBezTo>
                  <a:cubicBezTo>
                    <a:pt x="274379" y="187828"/>
                    <a:pt x="279459" y="203068"/>
                    <a:pt x="281999" y="225928"/>
                  </a:cubicBezTo>
                  <a:cubicBezTo>
                    <a:pt x="285809" y="270378"/>
                    <a:pt x="289619" y="382138"/>
                    <a:pt x="260409" y="425318"/>
                  </a:cubicBezTo>
                  <a:cubicBezTo>
                    <a:pt x="238819" y="458338"/>
                    <a:pt x="193099" y="473578"/>
                    <a:pt x="157539" y="483738"/>
                  </a:cubicBezTo>
                  <a:cubicBezTo>
                    <a:pt x="121979" y="491358"/>
                    <a:pt x="73719" y="498978"/>
                    <a:pt x="48319" y="481198"/>
                  </a:cubicBezTo>
                  <a:cubicBezTo>
                    <a:pt x="21649" y="463418"/>
                    <a:pt x="7679" y="404998"/>
                    <a:pt x="2599" y="366898"/>
                  </a:cubicBezTo>
                  <a:cubicBezTo>
                    <a:pt x="-3751" y="332608"/>
                    <a:pt x="2599" y="295778"/>
                    <a:pt x="10219" y="262758"/>
                  </a:cubicBezTo>
                  <a:cubicBezTo>
                    <a:pt x="17839" y="231008"/>
                    <a:pt x="30539" y="203068"/>
                    <a:pt x="45779" y="172588"/>
                  </a:cubicBezTo>
                  <a:cubicBezTo>
                    <a:pt x="63559" y="138298"/>
                    <a:pt x="86419" y="95118"/>
                    <a:pt x="113089" y="67178"/>
                  </a:cubicBezTo>
                  <a:cubicBezTo>
                    <a:pt x="137219" y="41778"/>
                    <a:pt x="170239" y="15108"/>
                    <a:pt x="196909" y="6218"/>
                  </a:cubicBezTo>
                  <a:cubicBezTo>
                    <a:pt x="215959" y="-132"/>
                    <a:pt x="235009" y="-2672"/>
                    <a:pt x="251519" y="3678"/>
                  </a:cubicBezTo>
                  <a:cubicBezTo>
                    <a:pt x="270569" y="12568"/>
                    <a:pt x="295969" y="37968"/>
                    <a:pt x="302319" y="57018"/>
                  </a:cubicBezTo>
                  <a:cubicBezTo>
                    <a:pt x="308669" y="73528"/>
                    <a:pt x="303589" y="97658"/>
                    <a:pt x="298509" y="111628"/>
                  </a:cubicBezTo>
                  <a:cubicBezTo>
                    <a:pt x="293429" y="124328"/>
                    <a:pt x="274379" y="140838"/>
                    <a:pt x="274379" y="140838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11490" y="6248400"/>
            <a:ext cx="184785" cy="184785"/>
            <a:chOff x="0" y="0"/>
            <a:chExt cx="246380" cy="246380"/>
          </a:xfrm>
        </p:grpSpPr>
        <p:sp>
          <p:nvSpPr>
            <p:cNvPr id="9" name="Freeform 9"/>
            <p:cNvSpPr/>
            <p:nvPr/>
          </p:nvSpPr>
          <p:spPr>
            <a:xfrm>
              <a:off x="48157" y="50800"/>
              <a:ext cx="144883" cy="149490"/>
            </a:xfrm>
            <a:custGeom>
              <a:avLst/>
              <a:gdLst/>
              <a:ahLst/>
              <a:cxnLst/>
              <a:rect l="l" t="t" r="r" b="b"/>
              <a:pathLst>
                <a:path w="144883" h="149490">
                  <a:moveTo>
                    <a:pt x="144883" y="53340"/>
                  </a:moveTo>
                  <a:cubicBezTo>
                    <a:pt x="142343" y="106680"/>
                    <a:pt x="122023" y="135890"/>
                    <a:pt x="102973" y="144780"/>
                  </a:cubicBezTo>
                  <a:cubicBezTo>
                    <a:pt x="83923" y="153670"/>
                    <a:pt x="49633" y="148590"/>
                    <a:pt x="33123" y="140970"/>
                  </a:cubicBezTo>
                  <a:cubicBezTo>
                    <a:pt x="20423" y="135890"/>
                    <a:pt x="12803" y="127000"/>
                    <a:pt x="7723" y="115570"/>
                  </a:cubicBezTo>
                  <a:cubicBezTo>
                    <a:pt x="103" y="97790"/>
                    <a:pt x="-2437" y="62230"/>
                    <a:pt x="2643" y="44450"/>
                  </a:cubicBezTo>
                  <a:cubicBezTo>
                    <a:pt x="6453" y="31750"/>
                    <a:pt x="16613" y="22860"/>
                    <a:pt x="25503" y="15240"/>
                  </a:cubicBezTo>
                  <a:cubicBezTo>
                    <a:pt x="34393" y="8890"/>
                    <a:pt x="45823" y="1270"/>
                    <a:pt x="58523" y="0"/>
                  </a:cubicBezTo>
                  <a:cubicBezTo>
                    <a:pt x="77573" y="0"/>
                    <a:pt x="125833" y="21590"/>
                    <a:pt x="125833" y="21590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28635" y="6292215"/>
            <a:ext cx="189548" cy="184785"/>
            <a:chOff x="0" y="0"/>
            <a:chExt cx="252730" cy="246380"/>
          </a:xfrm>
        </p:grpSpPr>
        <p:sp>
          <p:nvSpPr>
            <p:cNvPr id="11" name="Freeform 11"/>
            <p:cNvSpPr/>
            <p:nvPr/>
          </p:nvSpPr>
          <p:spPr>
            <a:xfrm>
              <a:off x="50637" y="50800"/>
              <a:ext cx="148753" cy="149490"/>
            </a:xfrm>
            <a:custGeom>
              <a:avLst/>
              <a:gdLst/>
              <a:ahLst/>
              <a:cxnLst/>
              <a:rect l="l" t="t" r="r" b="b"/>
              <a:pathLst>
                <a:path w="148753" h="149490">
                  <a:moveTo>
                    <a:pt x="148753" y="53340"/>
                  </a:moveTo>
                  <a:cubicBezTo>
                    <a:pt x="146213" y="106680"/>
                    <a:pt x="125893" y="135890"/>
                    <a:pt x="106843" y="144780"/>
                  </a:cubicBezTo>
                  <a:cubicBezTo>
                    <a:pt x="87793" y="153670"/>
                    <a:pt x="53503" y="148590"/>
                    <a:pt x="36993" y="140970"/>
                  </a:cubicBezTo>
                  <a:cubicBezTo>
                    <a:pt x="24293" y="135890"/>
                    <a:pt x="16673" y="125730"/>
                    <a:pt x="11593" y="115570"/>
                  </a:cubicBezTo>
                  <a:cubicBezTo>
                    <a:pt x="5243" y="105410"/>
                    <a:pt x="-1107" y="93980"/>
                    <a:pt x="163" y="80010"/>
                  </a:cubicBezTo>
                  <a:cubicBezTo>
                    <a:pt x="1433" y="62230"/>
                    <a:pt x="16673" y="29210"/>
                    <a:pt x="29373" y="15240"/>
                  </a:cubicBezTo>
                  <a:cubicBezTo>
                    <a:pt x="38263" y="6350"/>
                    <a:pt x="49693" y="1270"/>
                    <a:pt x="62393" y="0"/>
                  </a:cubicBezTo>
                  <a:cubicBezTo>
                    <a:pt x="81443" y="0"/>
                    <a:pt x="129703" y="21590"/>
                    <a:pt x="129703" y="21590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84820" y="7607618"/>
            <a:ext cx="189548" cy="184785"/>
            <a:chOff x="0" y="0"/>
            <a:chExt cx="252730" cy="246380"/>
          </a:xfrm>
        </p:grpSpPr>
        <p:sp>
          <p:nvSpPr>
            <p:cNvPr id="13" name="Freeform 13"/>
            <p:cNvSpPr/>
            <p:nvPr/>
          </p:nvSpPr>
          <p:spPr>
            <a:xfrm>
              <a:off x="50636" y="50746"/>
              <a:ext cx="148754" cy="148274"/>
            </a:xfrm>
            <a:custGeom>
              <a:avLst/>
              <a:gdLst/>
              <a:ahLst/>
              <a:cxnLst/>
              <a:rect l="l" t="t" r="r" b="b"/>
              <a:pathLst>
                <a:path w="148754" h="148274">
                  <a:moveTo>
                    <a:pt x="148754" y="52124"/>
                  </a:moveTo>
                  <a:cubicBezTo>
                    <a:pt x="146214" y="105464"/>
                    <a:pt x="125894" y="135944"/>
                    <a:pt x="106844" y="143564"/>
                  </a:cubicBezTo>
                  <a:cubicBezTo>
                    <a:pt x="87794" y="152454"/>
                    <a:pt x="53504" y="147374"/>
                    <a:pt x="36994" y="139754"/>
                  </a:cubicBezTo>
                  <a:cubicBezTo>
                    <a:pt x="24294" y="134674"/>
                    <a:pt x="16674" y="124514"/>
                    <a:pt x="10324" y="114354"/>
                  </a:cubicBezTo>
                  <a:cubicBezTo>
                    <a:pt x="5244" y="104194"/>
                    <a:pt x="-1106" y="92764"/>
                    <a:pt x="164" y="78794"/>
                  </a:cubicBezTo>
                  <a:cubicBezTo>
                    <a:pt x="1434" y="61014"/>
                    <a:pt x="16674" y="27994"/>
                    <a:pt x="29374" y="14024"/>
                  </a:cubicBezTo>
                  <a:cubicBezTo>
                    <a:pt x="38264" y="5134"/>
                    <a:pt x="49694" y="54"/>
                    <a:pt x="62394" y="54"/>
                  </a:cubicBezTo>
                  <a:cubicBezTo>
                    <a:pt x="81444" y="-1216"/>
                    <a:pt x="129704" y="20374"/>
                    <a:pt x="129704" y="20374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37195" y="8683943"/>
            <a:ext cx="239078" cy="430530"/>
            <a:chOff x="0" y="0"/>
            <a:chExt cx="318770" cy="574040"/>
          </a:xfrm>
        </p:grpSpPr>
        <p:sp>
          <p:nvSpPr>
            <p:cNvPr id="15" name="Freeform 15"/>
            <p:cNvSpPr/>
            <p:nvPr/>
          </p:nvSpPr>
          <p:spPr>
            <a:xfrm>
              <a:off x="46952" y="45740"/>
              <a:ext cx="220138" cy="478830"/>
            </a:xfrm>
            <a:custGeom>
              <a:avLst/>
              <a:gdLst/>
              <a:ahLst/>
              <a:cxnLst/>
              <a:rect l="l" t="t" r="r" b="b"/>
              <a:pathLst>
                <a:path w="220138" h="478830">
                  <a:moveTo>
                    <a:pt x="198158" y="130790"/>
                  </a:moveTo>
                  <a:cubicBezTo>
                    <a:pt x="128308" y="180320"/>
                    <a:pt x="86398" y="102850"/>
                    <a:pt x="90208" y="100310"/>
                  </a:cubicBezTo>
                  <a:cubicBezTo>
                    <a:pt x="92748" y="97770"/>
                    <a:pt x="139738" y="123170"/>
                    <a:pt x="153708" y="151110"/>
                  </a:cubicBezTo>
                  <a:cubicBezTo>
                    <a:pt x="179108" y="199370"/>
                    <a:pt x="174028" y="346690"/>
                    <a:pt x="166408" y="397490"/>
                  </a:cubicBezTo>
                  <a:cubicBezTo>
                    <a:pt x="163868" y="420350"/>
                    <a:pt x="160058" y="433050"/>
                    <a:pt x="149898" y="447020"/>
                  </a:cubicBezTo>
                  <a:cubicBezTo>
                    <a:pt x="139738" y="459720"/>
                    <a:pt x="123228" y="471150"/>
                    <a:pt x="106718" y="476230"/>
                  </a:cubicBezTo>
                  <a:cubicBezTo>
                    <a:pt x="91478" y="480040"/>
                    <a:pt x="69888" y="480040"/>
                    <a:pt x="54648" y="473690"/>
                  </a:cubicBezTo>
                  <a:cubicBezTo>
                    <a:pt x="39408" y="467340"/>
                    <a:pt x="22898" y="453370"/>
                    <a:pt x="15278" y="439400"/>
                  </a:cubicBezTo>
                  <a:cubicBezTo>
                    <a:pt x="6388" y="425430"/>
                    <a:pt x="38" y="406380"/>
                    <a:pt x="3848" y="388600"/>
                  </a:cubicBezTo>
                  <a:cubicBezTo>
                    <a:pt x="7658" y="368280"/>
                    <a:pt x="26708" y="335260"/>
                    <a:pt x="47028" y="325100"/>
                  </a:cubicBezTo>
                  <a:cubicBezTo>
                    <a:pt x="66078" y="314940"/>
                    <a:pt x="102908" y="314940"/>
                    <a:pt x="123228" y="325100"/>
                  </a:cubicBezTo>
                  <a:cubicBezTo>
                    <a:pt x="143548" y="335260"/>
                    <a:pt x="163868" y="365740"/>
                    <a:pt x="166408" y="388600"/>
                  </a:cubicBezTo>
                  <a:cubicBezTo>
                    <a:pt x="168948" y="411460"/>
                    <a:pt x="154978" y="444480"/>
                    <a:pt x="138468" y="459720"/>
                  </a:cubicBezTo>
                  <a:cubicBezTo>
                    <a:pt x="120688" y="473690"/>
                    <a:pt x="85128" y="482580"/>
                    <a:pt x="63538" y="476230"/>
                  </a:cubicBezTo>
                  <a:cubicBezTo>
                    <a:pt x="41948" y="469880"/>
                    <a:pt x="17818" y="447020"/>
                    <a:pt x="7658" y="424160"/>
                  </a:cubicBezTo>
                  <a:cubicBezTo>
                    <a:pt x="-5042" y="394950"/>
                    <a:pt x="1308" y="356850"/>
                    <a:pt x="3848" y="312400"/>
                  </a:cubicBezTo>
                  <a:cubicBezTo>
                    <a:pt x="7658" y="247630"/>
                    <a:pt x="11468" y="121900"/>
                    <a:pt x="38138" y="71100"/>
                  </a:cubicBezTo>
                  <a:cubicBezTo>
                    <a:pt x="54648" y="39350"/>
                    <a:pt x="78778" y="20300"/>
                    <a:pt x="102908" y="8870"/>
                  </a:cubicBezTo>
                  <a:cubicBezTo>
                    <a:pt x="124498" y="-20"/>
                    <a:pt x="156248" y="-3830"/>
                    <a:pt x="175298" y="5060"/>
                  </a:cubicBezTo>
                  <a:cubicBezTo>
                    <a:pt x="195618" y="13950"/>
                    <a:pt x="215938" y="40620"/>
                    <a:pt x="219748" y="62210"/>
                  </a:cubicBezTo>
                  <a:cubicBezTo>
                    <a:pt x="223558" y="82530"/>
                    <a:pt x="198158" y="130790"/>
                    <a:pt x="198158" y="130790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38147" y="8744902"/>
            <a:ext cx="215265" cy="501015"/>
            <a:chOff x="0" y="0"/>
            <a:chExt cx="287020" cy="668020"/>
          </a:xfrm>
        </p:grpSpPr>
        <p:sp>
          <p:nvSpPr>
            <p:cNvPr id="17" name="Freeform 17"/>
            <p:cNvSpPr/>
            <p:nvPr/>
          </p:nvSpPr>
          <p:spPr>
            <a:xfrm>
              <a:off x="47837" y="50639"/>
              <a:ext cx="188383" cy="566743"/>
            </a:xfrm>
            <a:custGeom>
              <a:avLst/>
              <a:gdLst/>
              <a:ahLst/>
              <a:cxnLst/>
              <a:rect l="l" t="t" r="r" b="b"/>
              <a:pathLst>
                <a:path w="188383" h="566743">
                  <a:moveTo>
                    <a:pt x="188383" y="92871"/>
                  </a:moveTo>
                  <a:cubicBezTo>
                    <a:pt x="156633" y="348141"/>
                    <a:pt x="174413" y="467521"/>
                    <a:pt x="157903" y="511971"/>
                  </a:cubicBezTo>
                  <a:cubicBezTo>
                    <a:pt x="150283" y="533561"/>
                    <a:pt x="140123" y="543721"/>
                    <a:pt x="127423" y="552611"/>
                  </a:cubicBezTo>
                  <a:cubicBezTo>
                    <a:pt x="113453" y="561501"/>
                    <a:pt x="95673" y="567851"/>
                    <a:pt x="77893" y="566581"/>
                  </a:cubicBezTo>
                  <a:cubicBezTo>
                    <a:pt x="57573" y="562771"/>
                    <a:pt x="25823" y="543721"/>
                    <a:pt x="14393" y="527211"/>
                  </a:cubicBezTo>
                  <a:cubicBezTo>
                    <a:pt x="4233" y="513241"/>
                    <a:pt x="423" y="494191"/>
                    <a:pt x="4233" y="477681"/>
                  </a:cubicBezTo>
                  <a:cubicBezTo>
                    <a:pt x="8043" y="457361"/>
                    <a:pt x="28363" y="426881"/>
                    <a:pt x="46143" y="415451"/>
                  </a:cubicBezTo>
                  <a:cubicBezTo>
                    <a:pt x="60113" y="406561"/>
                    <a:pt x="79163" y="404021"/>
                    <a:pt x="95673" y="407831"/>
                  </a:cubicBezTo>
                  <a:cubicBezTo>
                    <a:pt x="115993" y="412911"/>
                    <a:pt x="145203" y="435771"/>
                    <a:pt x="155363" y="453551"/>
                  </a:cubicBezTo>
                  <a:cubicBezTo>
                    <a:pt x="162983" y="467521"/>
                    <a:pt x="165523" y="487841"/>
                    <a:pt x="160443" y="504351"/>
                  </a:cubicBezTo>
                  <a:cubicBezTo>
                    <a:pt x="154093" y="523401"/>
                    <a:pt x="129963" y="551341"/>
                    <a:pt x="112183" y="560231"/>
                  </a:cubicBezTo>
                  <a:cubicBezTo>
                    <a:pt x="96943" y="567851"/>
                    <a:pt x="76623" y="567851"/>
                    <a:pt x="61383" y="562771"/>
                  </a:cubicBezTo>
                  <a:cubicBezTo>
                    <a:pt x="46143" y="558961"/>
                    <a:pt x="28363" y="547531"/>
                    <a:pt x="19473" y="534831"/>
                  </a:cubicBezTo>
                  <a:cubicBezTo>
                    <a:pt x="9313" y="522131"/>
                    <a:pt x="6773" y="508161"/>
                    <a:pt x="2963" y="486571"/>
                  </a:cubicBezTo>
                  <a:cubicBezTo>
                    <a:pt x="-3387" y="439581"/>
                    <a:pt x="1693" y="337981"/>
                    <a:pt x="6773" y="265591"/>
                  </a:cubicBezTo>
                  <a:cubicBezTo>
                    <a:pt x="13123" y="195741"/>
                    <a:pt x="19473" y="105571"/>
                    <a:pt x="35983" y="62391"/>
                  </a:cubicBezTo>
                  <a:cubicBezTo>
                    <a:pt x="43603" y="39531"/>
                    <a:pt x="51223" y="25561"/>
                    <a:pt x="65193" y="15401"/>
                  </a:cubicBezTo>
                  <a:cubicBezTo>
                    <a:pt x="79163" y="5241"/>
                    <a:pt x="100753" y="-1109"/>
                    <a:pt x="118533" y="161"/>
                  </a:cubicBezTo>
                  <a:cubicBezTo>
                    <a:pt x="135043" y="1431"/>
                    <a:pt x="156633" y="10321"/>
                    <a:pt x="168063" y="23021"/>
                  </a:cubicBezTo>
                  <a:cubicBezTo>
                    <a:pt x="180763" y="39531"/>
                    <a:pt x="188383" y="92871"/>
                    <a:pt x="188383" y="92871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38147" y="8724900"/>
            <a:ext cx="371475" cy="459105"/>
            <a:chOff x="0" y="0"/>
            <a:chExt cx="495300" cy="612140"/>
          </a:xfrm>
        </p:grpSpPr>
        <p:sp>
          <p:nvSpPr>
            <p:cNvPr id="19" name="Freeform 19"/>
            <p:cNvSpPr/>
            <p:nvPr/>
          </p:nvSpPr>
          <p:spPr>
            <a:xfrm>
              <a:off x="44703" y="50607"/>
              <a:ext cx="400099" cy="511960"/>
            </a:xfrm>
            <a:custGeom>
              <a:avLst/>
              <a:gdLst/>
              <a:ahLst/>
              <a:cxnLst/>
              <a:rect l="l" t="t" r="r" b="b"/>
              <a:pathLst>
                <a:path w="400099" h="511960">
                  <a:moveTo>
                    <a:pt x="219457" y="75123"/>
                  </a:moveTo>
                  <a:cubicBezTo>
                    <a:pt x="206757" y="285943"/>
                    <a:pt x="192787" y="318963"/>
                    <a:pt x="176277" y="355793"/>
                  </a:cubicBezTo>
                  <a:cubicBezTo>
                    <a:pt x="158497" y="398973"/>
                    <a:pt x="102617" y="481523"/>
                    <a:pt x="108967" y="485333"/>
                  </a:cubicBezTo>
                  <a:cubicBezTo>
                    <a:pt x="111507" y="487873"/>
                    <a:pt x="155957" y="434533"/>
                    <a:pt x="159767" y="435803"/>
                  </a:cubicBezTo>
                  <a:cubicBezTo>
                    <a:pt x="161037" y="437073"/>
                    <a:pt x="158497" y="447233"/>
                    <a:pt x="154687" y="453583"/>
                  </a:cubicBezTo>
                  <a:cubicBezTo>
                    <a:pt x="147067" y="465013"/>
                    <a:pt x="121667" y="491683"/>
                    <a:pt x="102617" y="496763"/>
                  </a:cubicBezTo>
                  <a:cubicBezTo>
                    <a:pt x="87377" y="500573"/>
                    <a:pt x="65787" y="496763"/>
                    <a:pt x="51817" y="489143"/>
                  </a:cubicBezTo>
                  <a:cubicBezTo>
                    <a:pt x="37847" y="480253"/>
                    <a:pt x="27687" y="471363"/>
                    <a:pt x="18797" y="449773"/>
                  </a:cubicBezTo>
                  <a:cubicBezTo>
                    <a:pt x="-1523" y="393893"/>
                    <a:pt x="-5333" y="171643"/>
                    <a:pt x="12447" y="113223"/>
                  </a:cubicBezTo>
                  <a:cubicBezTo>
                    <a:pt x="18797" y="89093"/>
                    <a:pt x="28957" y="77663"/>
                    <a:pt x="42927" y="68773"/>
                  </a:cubicBezTo>
                  <a:cubicBezTo>
                    <a:pt x="56897" y="58613"/>
                    <a:pt x="79757" y="54803"/>
                    <a:pt x="94997" y="56073"/>
                  </a:cubicBezTo>
                  <a:cubicBezTo>
                    <a:pt x="107697" y="56073"/>
                    <a:pt x="119127" y="61153"/>
                    <a:pt x="129287" y="68773"/>
                  </a:cubicBezTo>
                  <a:cubicBezTo>
                    <a:pt x="140717" y="77663"/>
                    <a:pt x="152147" y="89093"/>
                    <a:pt x="159767" y="113223"/>
                  </a:cubicBezTo>
                  <a:cubicBezTo>
                    <a:pt x="177547" y="169103"/>
                    <a:pt x="175007" y="371033"/>
                    <a:pt x="164847" y="431993"/>
                  </a:cubicBezTo>
                  <a:cubicBezTo>
                    <a:pt x="159767" y="457393"/>
                    <a:pt x="155957" y="471363"/>
                    <a:pt x="144527" y="484063"/>
                  </a:cubicBezTo>
                  <a:cubicBezTo>
                    <a:pt x="133097" y="498033"/>
                    <a:pt x="114047" y="509463"/>
                    <a:pt x="94997" y="510733"/>
                  </a:cubicBezTo>
                  <a:cubicBezTo>
                    <a:pt x="74677" y="512003"/>
                    <a:pt x="41657" y="496763"/>
                    <a:pt x="26417" y="484063"/>
                  </a:cubicBezTo>
                  <a:cubicBezTo>
                    <a:pt x="16257" y="475173"/>
                    <a:pt x="13717" y="466283"/>
                    <a:pt x="9907" y="451043"/>
                  </a:cubicBezTo>
                  <a:cubicBezTo>
                    <a:pt x="2287" y="424373"/>
                    <a:pt x="-253" y="378653"/>
                    <a:pt x="6097" y="334203"/>
                  </a:cubicBezTo>
                  <a:cubicBezTo>
                    <a:pt x="16257" y="271973"/>
                    <a:pt x="49277" y="166563"/>
                    <a:pt x="83567" y="118303"/>
                  </a:cubicBezTo>
                  <a:cubicBezTo>
                    <a:pt x="106427" y="85283"/>
                    <a:pt x="134367" y="68773"/>
                    <a:pt x="163577" y="50993"/>
                  </a:cubicBezTo>
                  <a:cubicBezTo>
                    <a:pt x="191517" y="34483"/>
                    <a:pt x="224537" y="16703"/>
                    <a:pt x="256287" y="16703"/>
                  </a:cubicBezTo>
                  <a:cubicBezTo>
                    <a:pt x="286767" y="15433"/>
                    <a:pt x="324867" y="29403"/>
                    <a:pt x="347727" y="47183"/>
                  </a:cubicBezTo>
                  <a:cubicBezTo>
                    <a:pt x="368047" y="62423"/>
                    <a:pt x="379477" y="86553"/>
                    <a:pt x="388367" y="111953"/>
                  </a:cubicBezTo>
                  <a:cubicBezTo>
                    <a:pt x="398527" y="142433"/>
                    <a:pt x="401067" y="184343"/>
                    <a:pt x="399797" y="218633"/>
                  </a:cubicBezTo>
                  <a:cubicBezTo>
                    <a:pt x="397257" y="251653"/>
                    <a:pt x="392177" y="283403"/>
                    <a:pt x="378207" y="311343"/>
                  </a:cubicBezTo>
                  <a:cubicBezTo>
                    <a:pt x="365507" y="340553"/>
                    <a:pt x="348997" y="369763"/>
                    <a:pt x="321057" y="388813"/>
                  </a:cubicBezTo>
                  <a:cubicBezTo>
                    <a:pt x="286767" y="412943"/>
                    <a:pt x="216917" y="434533"/>
                    <a:pt x="178817" y="429453"/>
                  </a:cubicBezTo>
                  <a:cubicBezTo>
                    <a:pt x="149607" y="425643"/>
                    <a:pt x="125477" y="410403"/>
                    <a:pt x="107697" y="387543"/>
                  </a:cubicBezTo>
                  <a:cubicBezTo>
                    <a:pt x="83567" y="355793"/>
                    <a:pt x="67057" y="291023"/>
                    <a:pt x="67057" y="245303"/>
                  </a:cubicBezTo>
                  <a:cubicBezTo>
                    <a:pt x="67057" y="203393"/>
                    <a:pt x="77217" y="158943"/>
                    <a:pt x="98807" y="123383"/>
                  </a:cubicBezTo>
                  <a:cubicBezTo>
                    <a:pt x="122937" y="84013"/>
                    <a:pt x="175007" y="33213"/>
                    <a:pt x="210567" y="24323"/>
                  </a:cubicBezTo>
                  <a:cubicBezTo>
                    <a:pt x="237237" y="17973"/>
                    <a:pt x="268987" y="26863"/>
                    <a:pt x="286767" y="42103"/>
                  </a:cubicBezTo>
                  <a:cubicBezTo>
                    <a:pt x="303277" y="57343"/>
                    <a:pt x="314707" y="92903"/>
                    <a:pt x="313437" y="114493"/>
                  </a:cubicBezTo>
                  <a:cubicBezTo>
                    <a:pt x="313437" y="132273"/>
                    <a:pt x="304547" y="150053"/>
                    <a:pt x="290577" y="161483"/>
                  </a:cubicBezTo>
                  <a:cubicBezTo>
                    <a:pt x="275337" y="175453"/>
                    <a:pt x="239777" y="189423"/>
                    <a:pt x="216917" y="185613"/>
                  </a:cubicBezTo>
                  <a:cubicBezTo>
                    <a:pt x="195327" y="181803"/>
                    <a:pt x="166117" y="158943"/>
                    <a:pt x="155957" y="137353"/>
                  </a:cubicBezTo>
                  <a:cubicBezTo>
                    <a:pt x="147067" y="117033"/>
                    <a:pt x="152147" y="80203"/>
                    <a:pt x="162307" y="61153"/>
                  </a:cubicBezTo>
                  <a:cubicBezTo>
                    <a:pt x="169927" y="44643"/>
                    <a:pt x="186437" y="33213"/>
                    <a:pt x="202947" y="26863"/>
                  </a:cubicBezTo>
                  <a:cubicBezTo>
                    <a:pt x="218187" y="20513"/>
                    <a:pt x="239777" y="20513"/>
                    <a:pt x="255017" y="24323"/>
                  </a:cubicBezTo>
                  <a:cubicBezTo>
                    <a:pt x="271527" y="29403"/>
                    <a:pt x="288037" y="42103"/>
                    <a:pt x="298197" y="54803"/>
                  </a:cubicBezTo>
                  <a:cubicBezTo>
                    <a:pt x="308357" y="68773"/>
                    <a:pt x="314707" y="89093"/>
                    <a:pt x="314707" y="105603"/>
                  </a:cubicBezTo>
                  <a:cubicBezTo>
                    <a:pt x="314707" y="122113"/>
                    <a:pt x="307087" y="142433"/>
                    <a:pt x="296927" y="155133"/>
                  </a:cubicBezTo>
                  <a:cubicBezTo>
                    <a:pt x="286767" y="166563"/>
                    <a:pt x="265177" y="165293"/>
                    <a:pt x="253747" y="177993"/>
                  </a:cubicBezTo>
                  <a:cubicBezTo>
                    <a:pt x="238507" y="197043"/>
                    <a:pt x="224537" y="265623"/>
                    <a:pt x="225807" y="265623"/>
                  </a:cubicBezTo>
                  <a:cubicBezTo>
                    <a:pt x="227077" y="265623"/>
                    <a:pt x="268987" y="183073"/>
                    <a:pt x="262637" y="176723"/>
                  </a:cubicBezTo>
                  <a:cubicBezTo>
                    <a:pt x="256287" y="171643"/>
                    <a:pt x="208027" y="203393"/>
                    <a:pt x="191517" y="227523"/>
                  </a:cubicBezTo>
                  <a:cubicBezTo>
                    <a:pt x="173737" y="254193"/>
                    <a:pt x="171197" y="296103"/>
                    <a:pt x="166117" y="334203"/>
                  </a:cubicBezTo>
                  <a:cubicBezTo>
                    <a:pt x="158497" y="376113"/>
                    <a:pt x="169927" y="439613"/>
                    <a:pt x="155957" y="468823"/>
                  </a:cubicBezTo>
                  <a:cubicBezTo>
                    <a:pt x="145797" y="487873"/>
                    <a:pt x="128017" y="499303"/>
                    <a:pt x="114047" y="505653"/>
                  </a:cubicBezTo>
                  <a:cubicBezTo>
                    <a:pt x="101347" y="512003"/>
                    <a:pt x="89917" y="513273"/>
                    <a:pt x="75947" y="510733"/>
                  </a:cubicBezTo>
                  <a:cubicBezTo>
                    <a:pt x="60707" y="508193"/>
                    <a:pt x="37847" y="495493"/>
                    <a:pt x="26417" y="484063"/>
                  </a:cubicBezTo>
                  <a:cubicBezTo>
                    <a:pt x="17527" y="475173"/>
                    <a:pt x="13717" y="468823"/>
                    <a:pt x="9907" y="451043"/>
                  </a:cubicBezTo>
                  <a:cubicBezTo>
                    <a:pt x="-2793" y="396433"/>
                    <a:pt x="-6603" y="151323"/>
                    <a:pt x="18797" y="95443"/>
                  </a:cubicBezTo>
                  <a:cubicBezTo>
                    <a:pt x="28957" y="73853"/>
                    <a:pt x="45467" y="66233"/>
                    <a:pt x="59437" y="59883"/>
                  </a:cubicBezTo>
                  <a:cubicBezTo>
                    <a:pt x="70867" y="54803"/>
                    <a:pt x="82297" y="53533"/>
                    <a:pt x="94997" y="56073"/>
                  </a:cubicBezTo>
                  <a:cubicBezTo>
                    <a:pt x="110237" y="58613"/>
                    <a:pt x="131827" y="70043"/>
                    <a:pt x="141987" y="80203"/>
                  </a:cubicBezTo>
                  <a:cubicBezTo>
                    <a:pt x="150877" y="89093"/>
                    <a:pt x="154687" y="95443"/>
                    <a:pt x="159767" y="113223"/>
                  </a:cubicBezTo>
                  <a:cubicBezTo>
                    <a:pt x="172467" y="164023"/>
                    <a:pt x="169927" y="385003"/>
                    <a:pt x="159767" y="435803"/>
                  </a:cubicBezTo>
                  <a:cubicBezTo>
                    <a:pt x="155957" y="453583"/>
                    <a:pt x="154687" y="458663"/>
                    <a:pt x="145797" y="468823"/>
                  </a:cubicBezTo>
                  <a:cubicBezTo>
                    <a:pt x="136907" y="480253"/>
                    <a:pt x="119127" y="492953"/>
                    <a:pt x="102617" y="496763"/>
                  </a:cubicBezTo>
                  <a:cubicBezTo>
                    <a:pt x="87377" y="499303"/>
                    <a:pt x="65787" y="498033"/>
                    <a:pt x="51817" y="489143"/>
                  </a:cubicBezTo>
                  <a:cubicBezTo>
                    <a:pt x="36577" y="478983"/>
                    <a:pt x="18797" y="457393"/>
                    <a:pt x="14987" y="431993"/>
                  </a:cubicBezTo>
                  <a:cubicBezTo>
                    <a:pt x="9907" y="387543"/>
                    <a:pt x="65787" y="304993"/>
                    <a:pt x="74677" y="241493"/>
                  </a:cubicBezTo>
                  <a:cubicBezTo>
                    <a:pt x="83567" y="180533"/>
                    <a:pt x="59437" y="96713"/>
                    <a:pt x="70867" y="57343"/>
                  </a:cubicBezTo>
                  <a:cubicBezTo>
                    <a:pt x="77217" y="35753"/>
                    <a:pt x="87377" y="23053"/>
                    <a:pt x="101347" y="12893"/>
                  </a:cubicBezTo>
                  <a:cubicBezTo>
                    <a:pt x="115317" y="4003"/>
                    <a:pt x="136907" y="-1077"/>
                    <a:pt x="153417" y="193"/>
                  </a:cubicBezTo>
                  <a:cubicBezTo>
                    <a:pt x="169927" y="2733"/>
                    <a:pt x="188977" y="12893"/>
                    <a:pt x="200407" y="25593"/>
                  </a:cubicBezTo>
                  <a:cubicBezTo>
                    <a:pt x="211837" y="37023"/>
                    <a:pt x="219457" y="75123"/>
                    <a:pt x="219457" y="75123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11490" y="7585710"/>
            <a:ext cx="184785" cy="184785"/>
            <a:chOff x="0" y="0"/>
            <a:chExt cx="246380" cy="246380"/>
          </a:xfrm>
        </p:grpSpPr>
        <p:sp>
          <p:nvSpPr>
            <p:cNvPr id="21" name="Freeform 21"/>
            <p:cNvSpPr/>
            <p:nvPr/>
          </p:nvSpPr>
          <p:spPr>
            <a:xfrm>
              <a:off x="48157" y="50746"/>
              <a:ext cx="144883" cy="148274"/>
            </a:xfrm>
            <a:custGeom>
              <a:avLst/>
              <a:gdLst/>
              <a:ahLst/>
              <a:cxnLst/>
              <a:rect l="l" t="t" r="r" b="b"/>
              <a:pathLst>
                <a:path w="144883" h="148274">
                  <a:moveTo>
                    <a:pt x="144883" y="52124"/>
                  </a:moveTo>
                  <a:cubicBezTo>
                    <a:pt x="142343" y="105464"/>
                    <a:pt x="122023" y="135944"/>
                    <a:pt x="102973" y="143564"/>
                  </a:cubicBezTo>
                  <a:cubicBezTo>
                    <a:pt x="83923" y="152454"/>
                    <a:pt x="49633" y="147374"/>
                    <a:pt x="33123" y="139754"/>
                  </a:cubicBezTo>
                  <a:cubicBezTo>
                    <a:pt x="20423" y="134674"/>
                    <a:pt x="12803" y="125784"/>
                    <a:pt x="7723" y="114354"/>
                  </a:cubicBezTo>
                  <a:cubicBezTo>
                    <a:pt x="103" y="97844"/>
                    <a:pt x="-2437" y="61014"/>
                    <a:pt x="2643" y="43234"/>
                  </a:cubicBezTo>
                  <a:cubicBezTo>
                    <a:pt x="6453" y="30534"/>
                    <a:pt x="16613" y="21644"/>
                    <a:pt x="25503" y="14024"/>
                  </a:cubicBezTo>
                  <a:cubicBezTo>
                    <a:pt x="34393" y="7674"/>
                    <a:pt x="45823" y="54"/>
                    <a:pt x="58523" y="54"/>
                  </a:cubicBezTo>
                  <a:cubicBezTo>
                    <a:pt x="77573" y="-1216"/>
                    <a:pt x="125833" y="20374"/>
                    <a:pt x="125833" y="20374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70507" y="2175510"/>
            <a:ext cx="184785" cy="182880"/>
            <a:chOff x="0" y="0"/>
            <a:chExt cx="246380" cy="243840"/>
          </a:xfrm>
        </p:grpSpPr>
        <p:sp>
          <p:nvSpPr>
            <p:cNvPr id="23" name="Freeform 23"/>
            <p:cNvSpPr/>
            <p:nvPr/>
          </p:nvSpPr>
          <p:spPr>
            <a:xfrm>
              <a:off x="48098" y="49682"/>
              <a:ext cx="144942" cy="147127"/>
            </a:xfrm>
            <a:custGeom>
              <a:avLst/>
              <a:gdLst/>
              <a:ahLst/>
              <a:cxnLst/>
              <a:rect l="l" t="t" r="r" b="b"/>
              <a:pathLst>
                <a:path w="144942" h="147127">
                  <a:moveTo>
                    <a:pt x="144942" y="50648"/>
                  </a:moveTo>
                  <a:cubicBezTo>
                    <a:pt x="142402" y="105258"/>
                    <a:pt x="122082" y="134468"/>
                    <a:pt x="103032" y="143358"/>
                  </a:cubicBezTo>
                  <a:cubicBezTo>
                    <a:pt x="83982" y="150978"/>
                    <a:pt x="49692" y="145898"/>
                    <a:pt x="33182" y="138278"/>
                  </a:cubicBezTo>
                  <a:cubicBezTo>
                    <a:pt x="20482" y="133198"/>
                    <a:pt x="12862" y="124308"/>
                    <a:pt x="6512" y="112878"/>
                  </a:cubicBezTo>
                  <a:cubicBezTo>
                    <a:pt x="162" y="96368"/>
                    <a:pt x="-2378" y="59538"/>
                    <a:pt x="2702" y="41758"/>
                  </a:cubicBezTo>
                  <a:cubicBezTo>
                    <a:pt x="6512" y="29058"/>
                    <a:pt x="14132" y="20168"/>
                    <a:pt x="25562" y="13818"/>
                  </a:cubicBezTo>
                  <a:cubicBezTo>
                    <a:pt x="40802" y="3658"/>
                    <a:pt x="76362" y="-2692"/>
                    <a:pt x="95412" y="1118"/>
                  </a:cubicBezTo>
                  <a:cubicBezTo>
                    <a:pt x="108112" y="2388"/>
                    <a:pt x="125892" y="18898"/>
                    <a:pt x="125892" y="18898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13407" y="8787765"/>
            <a:ext cx="111442" cy="108585"/>
            <a:chOff x="0" y="0"/>
            <a:chExt cx="148590" cy="144780"/>
          </a:xfrm>
        </p:grpSpPr>
        <p:sp>
          <p:nvSpPr>
            <p:cNvPr id="25" name="Freeform 25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841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79130" y="8897302"/>
            <a:ext cx="111442" cy="108585"/>
            <a:chOff x="0" y="0"/>
            <a:chExt cx="148590" cy="144780"/>
          </a:xfrm>
        </p:grpSpPr>
        <p:sp>
          <p:nvSpPr>
            <p:cNvPr id="27" name="Freeform 27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841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35315" y="8787765"/>
            <a:ext cx="111442" cy="108585"/>
            <a:chOff x="0" y="0"/>
            <a:chExt cx="148590" cy="144780"/>
          </a:xfrm>
        </p:grpSpPr>
        <p:sp>
          <p:nvSpPr>
            <p:cNvPr id="29" name="Freeform 29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841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10550" y="8555355"/>
            <a:ext cx="224790" cy="1138238"/>
            <a:chOff x="0" y="0"/>
            <a:chExt cx="299720" cy="1517650"/>
          </a:xfrm>
        </p:grpSpPr>
        <p:sp>
          <p:nvSpPr>
            <p:cNvPr id="31" name="Freeform 31"/>
            <p:cNvSpPr/>
            <p:nvPr/>
          </p:nvSpPr>
          <p:spPr>
            <a:xfrm>
              <a:off x="39486" y="50300"/>
              <a:ext cx="219664" cy="1415521"/>
            </a:xfrm>
            <a:custGeom>
              <a:avLst/>
              <a:gdLst/>
              <a:ahLst/>
              <a:cxnLst/>
              <a:rect l="l" t="t" r="r" b="b"/>
              <a:pathLst>
                <a:path w="219664" h="1415521">
                  <a:moveTo>
                    <a:pt x="11314" y="505960"/>
                  </a:moveTo>
                  <a:cubicBezTo>
                    <a:pt x="22744" y="211320"/>
                    <a:pt x="34174" y="201160"/>
                    <a:pt x="44334" y="198620"/>
                  </a:cubicBezTo>
                  <a:cubicBezTo>
                    <a:pt x="54494" y="197350"/>
                    <a:pt x="68464" y="201160"/>
                    <a:pt x="76084" y="211320"/>
                  </a:cubicBezTo>
                  <a:cubicBezTo>
                    <a:pt x="88784" y="227830"/>
                    <a:pt x="87514" y="265930"/>
                    <a:pt x="90054" y="307840"/>
                  </a:cubicBezTo>
                  <a:cubicBezTo>
                    <a:pt x="96404" y="384040"/>
                    <a:pt x="83704" y="568190"/>
                    <a:pt x="91324" y="630420"/>
                  </a:cubicBezTo>
                  <a:cubicBezTo>
                    <a:pt x="93864" y="655820"/>
                    <a:pt x="110374" y="673600"/>
                    <a:pt x="105294" y="683760"/>
                  </a:cubicBezTo>
                  <a:cubicBezTo>
                    <a:pt x="100214" y="692650"/>
                    <a:pt x="81164" y="697730"/>
                    <a:pt x="73544" y="695190"/>
                  </a:cubicBezTo>
                  <a:cubicBezTo>
                    <a:pt x="65924" y="693920"/>
                    <a:pt x="60844" y="686300"/>
                    <a:pt x="57034" y="672330"/>
                  </a:cubicBezTo>
                  <a:cubicBezTo>
                    <a:pt x="40524" y="617720"/>
                    <a:pt x="49414" y="329430"/>
                    <a:pt x="69734" y="234180"/>
                  </a:cubicBezTo>
                  <a:cubicBezTo>
                    <a:pt x="79894" y="184650"/>
                    <a:pt x="102754" y="159250"/>
                    <a:pt x="112914" y="124960"/>
                  </a:cubicBezTo>
                  <a:cubicBezTo>
                    <a:pt x="120534" y="95750"/>
                    <a:pt x="116724" y="62730"/>
                    <a:pt x="125614" y="41140"/>
                  </a:cubicBezTo>
                  <a:cubicBezTo>
                    <a:pt x="131964" y="25900"/>
                    <a:pt x="142124" y="13200"/>
                    <a:pt x="151014" y="6850"/>
                  </a:cubicBezTo>
                  <a:cubicBezTo>
                    <a:pt x="158634" y="1770"/>
                    <a:pt x="167524" y="-770"/>
                    <a:pt x="173874" y="500"/>
                  </a:cubicBezTo>
                  <a:cubicBezTo>
                    <a:pt x="181494" y="1770"/>
                    <a:pt x="187844" y="6850"/>
                    <a:pt x="191654" y="15740"/>
                  </a:cubicBezTo>
                  <a:cubicBezTo>
                    <a:pt x="201814" y="32250"/>
                    <a:pt x="201814" y="64000"/>
                    <a:pt x="205624" y="108450"/>
                  </a:cubicBezTo>
                  <a:cubicBezTo>
                    <a:pt x="213244" y="215130"/>
                    <a:pt x="232294" y="596130"/>
                    <a:pt x="206894" y="652010"/>
                  </a:cubicBezTo>
                  <a:cubicBezTo>
                    <a:pt x="201814" y="664710"/>
                    <a:pt x="192924" y="671060"/>
                    <a:pt x="185304" y="671060"/>
                  </a:cubicBezTo>
                  <a:cubicBezTo>
                    <a:pt x="177684" y="672330"/>
                    <a:pt x="164984" y="664710"/>
                    <a:pt x="157364" y="652010"/>
                  </a:cubicBezTo>
                  <a:cubicBezTo>
                    <a:pt x="138314" y="613910"/>
                    <a:pt x="182764" y="399280"/>
                    <a:pt x="158634" y="366260"/>
                  </a:cubicBezTo>
                  <a:cubicBezTo>
                    <a:pt x="151014" y="353560"/>
                    <a:pt x="130694" y="361180"/>
                    <a:pt x="123074" y="353560"/>
                  </a:cubicBezTo>
                  <a:cubicBezTo>
                    <a:pt x="117994" y="348480"/>
                    <a:pt x="115454" y="338320"/>
                    <a:pt x="116724" y="330700"/>
                  </a:cubicBezTo>
                  <a:cubicBezTo>
                    <a:pt x="119264" y="323080"/>
                    <a:pt x="130694" y="312920"/>
                    <a:pt x="138314" y="310380"/>
                  </a:cubicBezTo>
                  <a:cubicBezTo>
                    <a:pt x="144664" y="309110"/>
                    <a:pt x="153554" y="309110"/>
                    <a:pt x="159904" y="318000"/>
                  </a:cubicBezTo>
                  <a:cubicBezTo>
                    <a:pt x="194194" y="367530"/>
                    <a:pt x="170064" y="859020"/>
                    <a:pt x="149744" y="1038090"/>
                  </a:cubicBezTo>
                  <a:cubicBezTo>
                    <a:pt x="137044" y="1148580"/>
                    <a:pt x="112914" y="1257800"/>
                    <a:pt x="92594" y="1299710"/>
                  </a:cubicBezTo>
                  <a:cubicBezTo>
                    <a:pt x="84974" y="1316220"/>
                    <a:pt x="73544" y="1316220"/>
                    <a:pt x="68464" y="1327650"/>
                  </a:cubicBezTo>
                  <a:cubicBezTo>
                    <a:pt x="60844" y="1345430"/>
                    <a:pt x="72274" y="1386070"/>
                    <a:pt x="60844" y="1400040"/>
                  </a:cubicBezTo>
                  <a:cubicBezTo>
                    <a:pt x="53224" y="1408930"/>
                    <a:pt x="34174" y="1415280"/>
                    <a:pt x="25284" y="1412740"/>
                  </a:cubicBezTo>
                  <a:cubicBezTo>
                    <a:pt x="18934" y="1411470"/>
                    <a:pt x="16394" y="1405120"/>
                    <a:pt x="12584" y="1393690"/>
                  </a:cubicBezTo>
                  <a:cubicBezTo>
                    <a:pt x="-2656" y="1342890"/>
                    <a:pt x="-5196" y="1072380"/>
                    <a:pt x="11314" y="955540"/>
                  </a:cubicBezTo>
                  <a:cubicBezTo>
                    <a:pt x="22744" y="876800"/>
                    <a:pt x="55764" y="836160"/>
                    <a:pt x="67194" y="758690"/>
                  </a:cubicBezTo>
                  <a:cubicBezTo>
                    <a:pt x="82434" y="654550"/>
                    <a:pt x="46874" y="424680"/>
                    <a:pt x="71004" y="381500"/>
                  </a:cubicBezTo>
                  <a:cubicBezTo>
                    <a:pt x="77354" y="368800"/>
                    <a:pt x="88784" y="362450"/>
                    <a:pt x="96404" y="363720"/>
                  </a:cubicBezTo>
                  <a:cubicBezTo>
                    <a:pt x="105294" y="364990"/>
                    <a:pt x="120534" y="382770"/>
                    <a:pt x="120534" y="391660"/>
                  </a:cubicBezTo>
                  <a:cubicBezTo>
                    <a:pt x="119264" y="400550"/>
                    <a:pt x="98944" y="415790"/>
                    <a:pt x="91324" y="414520"/>
                  </a:cubicBezTo>
                  <a:cubicBezTo>
                    <a:pt x="82434" y="413250"/>
                    <a:pt x="68464" y="391660"/>
                    <a:pt x="69734" y="384040"/>
                  </a:cubicBezTo>
                  <a:cubicBezTo>
                    <a:pt x="71004" y="375150"/>
                    <a:pt x="86244" y="363720"/>
                    <a:pt x="93864" y="363720"/>
                  </a:cubicBezTo>
                  <a:cubicBezTo>
                    <a:pt x="102754" y="363720"/>
                    <a:pt x="114184" y="373880"/>
                    <a:pt x="120534" y="389120"/>
                  </a:cubicBezTo>
                  <a:cubicBezTo>
                    <a:pt x="140854" y="437380"/>
                    <a:pt x="123074" y="663440"/>
                    <a:pt x="119264" y="733290"/>
                  </a:cubicBezTo>
                  <a:cubicBezTo>
                    <a:pt x="117994" y="763770"/>
                    <a:pt x="117994" y="772660"/>
                    <a:pt x="112914" y="798060"/>
                  </a:cubicBezTo>
                  <a:cubicBezTo>
                    <a:pt x="105294" y="839970"/>
                    <a:pt x="72274" y="889500"/>
                    <a:pt x="62114" y="956810"/>
                  </a:cubicBezTo>
                  <a:cubicBezTo>
                    <a:pt x="44334" y="1064760"/>
                    <a:pt x="82434" y="1341620"/>
                    <a:pt x="63384" y="1393690"/>
                  </a:cubicBezTo>
                  <a:cubicBezTo>
                    <a:pt x="58304" y="1407660"/>
                    <a:pt x="50684" y="1414010"/>
                    <a:pt x="43064" y="1415280"/>
                  </a:cubicBezTo>
                  <a:cubicBezTo>
                    <a:pt x="35444" y="1416550"/>
                    <a:pt x="22744" y="1412740"/>
                    <a:pt x="16394" y="1405120"/>
                  </a:cubicBezTo>
                  <a:cubicBezTo>
                    <a:pt x="7504" y="1391150"/>
                    <a:pt x="11314" y="1347970"/>
                    <a:pt x="17664" y="1327650"/>
                  </a:cubicBezTo>
                  <a:cubicBezTo>
                    <a:pt x="24014" y="1311140"/>
                    <a:pt x="36714" y="1307330"/>
                    <a:pt x="45604" y="1287010"/>
                  </a:cubicBezTo>
                  <a:cubicBezTo>
                    <a:pt x="65924" y="1240020"/>
                    <a:pt x="86244" y="1143500"/>
                    <a:pt x="98944" y="1038090"/>
                  </a:cubicBezTo>
                  <a:cubicBezTo>
                    <a:pt x="119264" y="862830"/>
                    <a:pt x="77354" y="398010"/>
                    <a:pt x="116724" y="330700"/>
                  </a:cubicBezTo>
                  <a:cubicBezTo>
                    <a:pt x="125614" y="315460"/>
                    <a:pt x="138314" y="312920"/>
                    <a:pt x="149744" y="311650"/>
                  </a:cubicBezTo>
                  <a:cubicBezTo>
                    <a:pt x="161174" y="311650"/>
                    <a:pt x="173874" y="318000"/>
                    <a:pt x="182764" y="325620"/>
                  </a:cubicBezTo>
                  <a:cubicBezTo>
                    <a:pt x="192924" y="331970"/>
                    <a:pt x="200544" y="339590"/>
                    <a:pt x="205624" y="356100"/>
                  </a:cubicBezTo>
                  <a:cubicBezTo>
                    <a:pt x="220864" y="399280"/>
                    <a:pt x="213244" y="563110"/>
                    <a:pt x="208164" y="616450"/>
                  </a:cubicBezTo>
                  <a:cubicBezTo>
                    <a:pt x="205624" y="639310"/>
                    <a:pt x="205624" y="659630"/>
                    <a:pt x="196734" y="667250"/>
                  </a:cubicBezTo>
                  <a:cubicBezTo>
                    <a:pt x="191654" y="672330"/>
                    <a:pt x="180224" y="672330"/>
                    <a:pt x="173874" y="669790"/>
                  </a:cubicBezTo>
                  <a:cubicBezTo>
                    <a:pt x="166254" y="665980"/>
                    <a:pt x="162444" y="660900"/>
                    <a:pt x="157364" y="645660"/>
                  </a:cubicBezTo>
                  <a:cubicBezTo>
                    <a:pt x="135774" y="579620"/>
                    <a:pt x="125614" y="85590"/>
                    <a:pt x="143394" y="23360"/>
                  </a:cubicBezTo>
                  <a:cubicBezTo>
                    <a:pt x="147204" y="10660"/>
                    <a:pt x="149744" y="6850"/>
                    <a:pt x="156094" y="3040"/>
                  </a:cubicBezTo>
                  <a:cubicBezTo>
                    <a:pt x="162444" y="-770"/>
                    <a:pt x="173874" y="-770"/>
                    <a:pt x="180224" y="1770"/>
                  </a:cubicBezTo>
                  <a:cubicBezTo>
                    <a:pt x="186574" y="5580"/>
                    <a:pt x="194194" y="19550"/>
                    <a:pt x="194194" y="27170"/>
                  </a:cubicBezTo>
                  <a:cubicBezTo>
                    <a:pt x="192924" y="36060"/>
                    <a:pt x="180224" y="39870"/>
                    <a:pt x="173874" y="51300"/>
                  </a:cubicBezTo>
                  <a:cubicBezTo>
                    <a:pt x="164984" y="71620"/>
                    <a:pt x="167524" y="116070"/>
                    <a:pt x="158634" y="146550"/>
                  </a:cubicBezTo>
                  <a:cubicBezTo>
                    <a:pt x="149744" y="177030"/>
                    <a:pt x="129424" y="192270"/>
                    <a:pt x="120534" y="235450"/>
                  </a:cubicBezTo>
                  <a:cubicBezTo>
                    <a:pt x="100214" y="325620"/>
                    <a:pt x="126884" y="629150"/>
                    <a:pt x="107834" y="677410"/>
                  </a:cubicBezTo>
                  <a:cubicBezTo>
                    <a:pt x="102754" y="688840"/>
                    <a:pt x="97674" y="692650"/>
                    <a:pt x="91324" y="695190"/>
                  </a:cubicBezTo>
                  <a:cubicBezTo>
                    <a:pt x="84974" y="697730"/>
                    <a:pt x="74814" y="696460"/>
                    <a:pt x="68464" y="692650"/>
                  </a:cubicBezTo>
                  <a:cubicBezTo>
                    <a:pt x="59574" y="688840"/>
                    <a:pt x="49414" y="677410"/>
                    <a:pt x="44334" y="667250"/>
                  </a:cubicBezTo>
                  <a:cubicBezTo>
                    <a:pt x="39254" y="657090"/>
                    <a:pt x="41794" y="649470"/>
                    <a:pt x="40524" y="630420"/>
                  </a:cubicBezTo>
                  <a:cubicBezTo>
                    <a:pt x="35444" y="566920"/>
                    <a:pt x="8774" y="276090"/>
                    <a:pt x="27824" y="222750"/>
                  </a:cubicBezTo>
                  <a:cubicBezTo>
                    <a:pt x="32904" y="207510"/>
                    <a:pt x="41794" y="199890"/>
                    <a:pt x="50684" y="197350"/>
                  </a:cubicBezTo>
                  <a:cubicBezTo>
                    <a:pt x="58304" y="196080"/>
                    <a:pt x="72274" y="203700"/>
                    <a:pt x="76084" y="211320"/>
                  </a:cubicBezTo>
                  <a:cubicBezTo>
                    <a:pt x="81164" y="222750"/>
                    <a:pt x="64654" y="240530"/>
                    <a:pt x="62114" y="264660"/>
                  </a:cubicBezTo>
                  <a:cubicBezTo>
                    <a:pt x="55764" y="316730"/>
                    <a:pt x="79894" y="476750"/>
                    <a:pt x="60844" y="512310"/>
                  </a:cubicBezTo>
                  <a:cubicBezTo>
                    <a:pt x="54494" y="525010"/>
                    <a:pt x="41794" y="532630"/>
                    <a:pt x="32904" y="531360"/>
                  </a:cubicBezTo>
                  <a:cubicBezTo>
                    <a:pt x="25284" y="530090"/>
                    <a:pt x="11314" y="505960"/>
                    <a:pt x="11314" y="50596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66735" y="7622857"/>
            <a:ext cx="114300" cy="311468"/>
            <a:chOff x="0" y="0"/>
            <a:chExt cx="152400" cy="415290"/>
          </a:xfrm>
        </p:grpSpPr>
        <p:sp>
          <p:nvSpPr>
            <p:cNvPr id="33" name="Freeform 33"/>
            <p:cNvSpPr/>
            <p:nvPr/>
          </p:nvSpPr>
          <p:spPr>
            <a:xfrm>
              <a:off x="37465" y="50704"/>
              <a:ext cx="64135" cy="313786"/>
            </a:xfrm>
            <a:custGeom>
              <a:avLst/>
              <a:gdLst/>
              <a:ahLst/>
              <a:cxnLst/>
              <a:rect l="l" t="t" r="r" b="b"/>
              <a:pathLst>
                <a:path w="64135" h="313786">
                  <a:moveTo>
                    <a:pt x="64135" y="25496"/>
                  </a:moveTo>
                  <a:cubicBezTo>
                    <a:pt x="53975" y="308706"/>
                    <a:pt x="37465" y="313786"/>
                    <a:pt x="28575" y="311246"/>
                  </a:cubicBezTo>
                  <a:cubicBezTo>
                    <a:pt x="20955" y="308706"/>
                    <a:pt x="13335" y="293466"/>
                    <a:pt x="13335" y="285846"/>
                  </a:cubicBezTo>
                  <a:cubicBezTo>
                    <a:pt x="13335" y="278226"/>
                    <a:pt x="19685" y="268066"/>
                    <a:pt x="26035" y="265526"/>
                  </a:cubicBezTo>
                  <a:cubicBezTo>
                    <a:pt x="33655" y="262986"/>
                    <a:pt x="51435" y="264256"/>
                    <a:pt x="56515" y="270606"/>
                  </a:cubicBezTo>
                  <a:cubicBezTo>
                    <a:pt x="62865" y="276956"/>
                    <a:pt x="64135" y="293466"/>
                    <a:pt x="60325" y="301086"/>
                  </a:cubicBezTo>
                  <a:cubicBezTo>
                    <a:pt x="56515" y="307436"/>
                    <a:pt x="46355" y="313786"/>
                    <a:pt x="40005" y="313786"/>
                  </a:cubicBezTo>
                  <a:cubicBezTo>
                    <a:pt x="31115" y="312516"/>
                    <a:pt x="19685" y="303626"/>
                    <a:pt x="13335" y="288386"/>
                  </a:cubicBezTo>
                  <a:cubicBezTo>
                    <a:pt x="-4445" y="247746"/>
                    <a:pt x="-4445" y="64866"/>
                    <a:pt x="13335" y="25496"/>
                  </a:cubicBezTo>
                  <a:cubicBezTo>
                    <a:pt x="19685" y="10256"/>
                    <a:pt x="32385" y="-1174"/>
                    <a:pt x="41275" y="96"/>
                  </a:cubicBezTo>
                  <a:cubicBezTo>
                    <a:pt x="50165" y="96"/>
                    <a:pt x="64135" y="25496"/>
                    <a:pt x="64135" y="2549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04822" y="5718810"/>
            <a:ext cx="718185" cy="3674745"/>
            <a:chOff x="0" y="0"/>
            <a:chExt cx="957580" cy="4899660"/>
          </a:xfrm>
        </p:grpSpPr>
        <p:sp>
          <p:nvSpPr>
            <p:cNvPr id="35" name="Freeform 35"/>
            <p:cNvSpPr/>
            <p:nvPr/>
          </p:nvSpPr>
          <p:spPr>
            <a:xfrm>
              <a:off x="47960" y="50800"/>
              <a:ext cx="884838" cy="4796790"/>
            </a:xfrm>
            <a:custGeom>
              <a:avLst/>
              <a:gdLst/>
              <a:ahLst/>
              <a:cxnLst/>
              <a:rect l="l" t="t" r="r" b="b"/>
              <a:pathLst>
                <a:path w="884838" h="4796790">
                  <a:moveTo>
                    <a:pt x="574340" y="840740"/>
                  </a:moveTo>
                  <a:cubicBezTo>
                    <a:pt x="567990" y="1400810"/>
                    <a:pt x="566720" y="1428750"/>
                    <a:pt x="548940" y="1445260"/>
                  </a:cubicBezTo>
                  <a:cubicBezTo>
                    <a:pt x="532430" y="1460500"/>
                    <a:pt x="498140" y="1468120"/>
                    <a:pt x="476550" y="1459230"/>
                  </a:cubicBezTo>
                  <a:cubicBezTo>
                    <a:pt x="447340" y="1446530"/>
                    <a:pt x="423210" y="1394460"/>
                    <a:pt x="401620" y="1344930"/>
                  </a:cubicBezTo>
                  <a:cubicBezTo>
                    <a:pt x="367330" y="1266190"/>
                    <a:pt x="343200" y="1159510"/>
                    <a:pt x="320340" y="1021080"/>
                  </a:cubicBezTo>
                  <a:cubicBezTo>
                    <a:pt x="280970" y="789940"/>
                    <a:pt x="222550" y="201930"/>
                    <a:pt x="237790" y="71120"/>
                  </a:cubicBezTo>
                  <a:cubicBezTo>
                    <a:pt x="242870" y="35560"/>
                    <a:pt x="249220" y="15240"/>
                    <a:pt x="260650" y="5080"/>
                  </a:cubicBezTo>
                  <a:cubicBezTo>
                    <a:pt x="267000" y="0"/>
                    <a:pt x="277160" y="-1270"/>
                    <a:pt x="283510" y="1270"/>
                  </a:cubicBezTo>
                  <a:cubicBezTo>
                    <a:pt x="291130" y="3810"/>
                    <a:pt x="294940" y="8890"/>
                    <a:pt x="301290" y="24130"/>
                  </a:cubicBezTo>
                  <a:cubicBezTo>
                    <a:pt x="340660" y="116840"/>
                    <a:pt x="413050" y="840740"/>
                    <a:pt x="448610" y="1169670"/>
                  </a:cubicBezTo>
                  <a:cubicBezTo>
                    <a:pt x="475280" y="1418590"/>
                    <a:pt x="528620" y="1753870"/>
                    <a:pt x="503220" y="1826260"/>
                  </a:cubicBezTo>
                  <a:cubicBezTo>
                    <a:pt x="496870" y="1844040"/>
                    <a:pt x="486710" y="1854200"/>
                    <a:pt x="477820" y="1854200"/>
                  </a:cubicBezTo>
                  <a:cubicBezTo>
                    <a:pt x="468930" y="1855470"/>
                    <a:pt x="465120" y="1836420"/>
                    <a:pt x="452420" y="1831340"/>
                  </a:cubicBezTo>
                  <a:cubicBezTo>
                    <a:pt x="432100" y="1823720"/>
                    <a:pt x="382570" y="1850390"/>
                    <a:pt x="354630" y="1832610"/>
                  </a:cubicBezTo>
                  <a:cubicBezTo>
                    <a:pt x="312720" y="1805940"/>
                    <a:pt x="286050" y="1718310"/>
                    <a:pt x="263190" y="1633220"/>
                  </a:cubicBezTo>
                  <a:cubicBezTo>
                    <a:pt x="227630" y="1502410"/>
                    <a:pt x="184450" y="1160780"/>
                    <a:pt x="208580" y="1108710"/>
                  </a:cubicBezTo>
                  <a:cubicBezTo>
                    <a:pt x="213660" y="1097280"/>
                    <a:pt x="225090" y="1093470"/>
                    <a:pt x="232710" y="1093470"/>
                  </a:cubicBezTo>
                  <a:cubicBezTo>
                    <a:pt x="240330" y="1093470"/>
                    <a:pt x="247950" y="1098550"/>
                    <a:pt x="255570" y="1109980"/>
                  </a:cubicBezTo>
                  <a:cubicBezTo>
                    <a:pt x="284780" y="1154430"/>
                    <a:pt x="316530" y="1353820"/>
                    <a:pt x="336850" y="1493520"/>
                  </a:cubicBezTo>
                  <a:cubicBezTo>
                    <a:pt x="362250" y="1659890"/>
                    <a:pt x="399080" y="1960880"/>
                    <a:pt x="387650" y="2044700"/>
                  </a:cubicBezTo>
                  <a:cubicBezTo>
                    <a:pt x="383840" y="2071370"/>
                    <a:pt x="377490" y="2086610"/>
                    <a:pt x="368600" y="2094230"/>
                  </a:cubicBezTo>
                  <a:cubicBezTo>
                    <a:pt x="362250" y="2100580"/>
                    <a:pt x="352090" y="2101850"/>
                    <a:pt x="344470" y="2099310"/>
                  </a:cubicBezTo>
                  <a:cubicBezTo>
                    <a:pt x="338120" y="2096770"/>
                    <a:pt x="333040" y="2090420"/>
                    <a:pt x="326690" y="2076450"/>
                  </a:cubicBezTo>
                  <a:cubicBezTo>
                    <a:pt x="300020" y="2015490"/>
                    <a:pt x="269540" y="1644650"/>
                    <a:pt x="255570" y="1510030"/>
                  </a:cubicBezTo>
                  <a:cubicBezTo>
                    <a:pt x="247950" y="1436370"/>
                    <a:pt x="231440" y="1367790"/>
                    <a:pt x="241600" y="1338580"/>
                  </a:cubicBezTo>
                  <a:cubicBezTo>
                    <a:pt x="245410" y="1327150"/>
                    <a:pt x="253030" y="1319530"/>
                    <a:pt x="261920" y="1316990"/>
                  </a:cubicBezTo>
                  <a:cubicBezTo>
                    <a:pt x="269540" y="1315720"/>
                    <a:pt x="284780" y="1320800"/>
                    <a:pt x="288590" y="1328420"/>
                  </a:cubicBezTo>
                  <a:cubicBezTo>
                    <a:pt x="292400" y="1341120"/>
                    <a:pt x="258110" y="1372870"/>
                    <a:pt x="247950" y="1404620"/>
                  </a:cubicBezTo>
                  <a:cubicBezTo>
                    <a:pt x="232710" y="1447800"/>
                    <a:pt x="233980" y="1516380"/>
                    <a:pt x="218740" y="1565910"/>
                  </a:cubicBezTo>
                  <a:cubicBezTo>
                    <a:pt x="204770" y="1610360"/>
                    <a:pt x="185720" y="1681480"/>
                    <a:pt x="161590" y="1690370"/>
                  </a:cubicBezTo>
                  <a:cubicBezTo>
                    <a:pt x="146350" y="1695450"/>
                    <a:pt x="124760" y="1685290"/>
                    <a:pt x="112060" y="1668780"/>
                  </a:cubicBezTo>
                  <a:cubicBezTo>
                    <a:pt x="85390" y="1630680"/>
                    <a:pt x="99360" y="1518920"/>
                    <a:pt x="94280" y="1408430"/>
                  </a:cubicBezTo>
                  <a:cubicBezTo>
                    <a:pt x="86660" y="1214120"/>
                    <a:pt x="57450" y="680720"/>
                    <a:pt x="86660" y="600710"/>
                  </a:cubicBezTo>
                  <a:cubicBezTo>
                    <a:pt x="93010" y="584200"/>
                    <a:pt x="100630" y="576580"/>
                    <a:pt x="109520" y="575310"/>
                  </a:cubicBezTo>
                  <a:cubicBezTo>
                    <a:pt x="117140" y="574040"/>
                    <a:pt x="127300" y="576580"/>
                    <a:pt x="134920" y="588010"/>
                  </a:cubicBezTo>
                  <a:cubicBezTo>
                    <a:pt x="171750" y="648970"/>
                    <a:pt x="166670" y="1291590"/>
                    <a:pt x="134920" y="1360170"/>
                  </a:cubicBezTo>
                  <a:cubicBezTo>
                    <a:pt x="129840" y="1374140"/>
                    <a:pt x="120950" y="1379220"/>
                    <a:pt x="113330" y="1379220"/>
                  </a:cubicBezTo>
                  <a:cubicBezTo>
                    <a:pt x="105710" y="1380490"/>
                    <a:pt x="93010" y="1374140"/>
                    <a:pt x="85390" y="1360170"/>
                  </a:cubicBezTo>
                  <a:cubicBezTo>
                    <a:pt x="63800" y="1318260"/>
                    <a:pt x="66340" y="1050290"/>
                    <a:pt x="91740" y="1018540"/>
                  </a:cubicBezTo>
                  <a:cubicBezTo>
                    <a:pt x="99360" y="1009650"/>
                    <a:pt x="112060" y="1009650"/>
                    <a:pt x="119680" y="1012190"/>
                  </a:cubicBezTo>
                  <a:cubicBezTo>
                    <a:pt x="127300" y="1014730"/>
                    <a:pt x="132380" y="1022350"/>
                    <a:pt x="136190" y="1036320"/>
                  </a:cubicBezTo>
                  <a:cubicBezTo>
                    <a:pt x="148890" y="1088390"/>
                    <a:pt x="106980" y="1367790"/>
                    <a:pt x="85390" y="1447800"/>
                  </a:cubicBezTo>
                  <a:cubicBezTo>
                    <a:pt x="76500" y="1482090"/>
                    <a:pt x="68880" y="1508760"/>
                    <a:pt x="56180" y="1518920"/>
                  </a:cubicBezTo>
                  <a:cubicBezTo>
                    <a:pt x="47290" y="1525270"/>
                    <a:pt x="33320" y="1526540"/>
                    <a:pt x="26970" y="1522730"/>
                  </a:cubicBezTo>
                  <a:cubicBezTo>
                    <a:pt x="19350" y="1518920"/>
                    <a:pt x="14270" y="1511300"/>
                    <a:pt x="13000" y="1497330"/>
                  </a:cubicBezTo>
                  <a:cubicBezTo>
                    <a:pt x="6650" y="1416050"/>
                    <a:pt x="203500" y="892810"/>
                    <a:pt x="274620" y="692150"/>
                  </a:cubicBezTo>
                  <a:cubicBezTo>
                    <a:pt x="316530" y="571500"/>
                    <a:pt x="357170" y="440690"/>
                    <a:pt x="385110" y="403860"/>
                  </a:cubicBezTo>
                  <a:cubicBezTo>
                    <a:pt x="392730" y="392430"/>
                    <a:pt x="399080" y="386080"/>
                    <a:pt x="407970" y="386080"/>
                  </a:cubicBezTo>
                  <a:cubicBezTo>
                    <a:pt x="415590" y="386080"/>
                    <a:pt x="427020" y="391160"/>
                    <a:pt x="432100" y="401320"/>
                  </a:cubicBezTo>
                  <a:cubicBezTo>
                    <a:pt x="442260" y="419100"/>
                    <a:pt x="435910" y="455930"/>
                    <a:pt x="430830" y="508000"/>
                  </a:cubicBezTo>
                  <a:cubicBezTo>
                    <a:pt x="416860" y="646430"/>
                    <a:pt x="335580" y="1065530"/>
                    <a:pt x="292400" y="1270000"/>
                  </a:cubicBezTo>
                  <a:cubicBezTo>
                    <a:pt x="261920" y="1410970"/>
                    <a:pt x="237790" y="1582420"/>
                    <a:pt x="203500" y="1623060"/>
                  </a:cubicBezTo>
                  <a:cubicBezTo>
                    <a:pt x="192070" y="1635760"/>
                    <a:pt x="176830" y="1640840"/>
                    <a:pt x="167940" y="1638300"/>
                  </a:cubicBezTo>
                  <a:cubicBezTo>
                    <a:pt x="161590" y="1634490"/>
                    <a:pt x="162860" y="1615440"/>
                    <a:pt x="155240" y="1606550"/>
                  </a:cubicBezTo>
                  <a:cubicBezTo>
                    <a:pt x="147620" y="1597660"/>
                    <a:pt x="129840" y="1602740"/>
                    <a:pt x="119680" y="1586230"/>
                  </a:cubicBezTo>
                  <a:cubicBezTo>
                    <a:pt x="86660" y="1532890"/>
                    <a:pt x="67610" y="1176020"/>
                    <a:pt x="86660" y="1117600"/>
                  </a:cubicBezTo>
                  <a:cubicBezTo>
                    <a:pt x="91740" y="1101090"/>
                    <a:pt x="99360" y="1092200"/>
                    <a:pt x="106980" y="1090930"/>
                  </a:cubicBezTo>
                  <a:cubicBezTo>
                    <a:pt x="115870" y="1089660"/>
                    <a:pt x="129840" y="1097280"/>
                    <a:pt x="136190" y="1109980"/>
                  </a:cubicBezTo>
                  <a:cubicBezTo>
                    <a:pt x="150160" y="1135380"/>
                    <a:pt x="148890" y="1245870"/>
                    <a:pt x="134920" y="1272540"/>
                  </a:cubicBezTo>
                  <a:cubicBezTo>
                    <a:pt x="128570" y="1285240"/>
                    <a:pt x="115870" y="1292860"/>
                    <a:pt x="106980" y="1291590"/>
                  </a:cubicBezTo>
                  <a:cubicBezTo>
                    <a:pt x="99360" y="1291590"/>
                    <a:pt x="90470" y="1280160"/>
                    <a:pt x="85390" y="1267460"/>
                  </a:cubicBezTo>
                  <a:cubicBezTo>
                    <a:pt x="75230" y="1242060"/>
                    <a:pt x="80310" y="1182370"/>
                    <a:pt x="85390" y="1139190"/>
                  </a:cubicBezTo>
                  <a:cubicBezTo>
                    <a:pt x="90470" y="1092200"/>
                    <a:pt x="104440" y="1027430"/>
                    <a:pt x="119680" y="994410"/>
                  </a:cubicBezTo>
                  <a:cubicBezTo>
                    <a:pt x="128570" y="975360"/>
                    <a:pt x="137460" y="955040"/>
                    <a:pt x="148890" y="952500"/>
                  </a:cubicBezTo>
                  <a:cubicBezTo>
                    <a:pt x="159050" y="948690"/>
                    <a:pt x="175560" y="953770"/>
                    <a:pt x="180640" y="963930"/>
                  </a:cubicBezTo>
                  <a:cubicBezTo>
                    <a:pt x="192070" y="982980"/>
                    <a:pt x="166670" y="1054100"/>
                    <a:pt x="155240" y="1088390"/>
                  </a:cubicBezTo>
                  <a:cubicBezTo>
                    <a:pt x="146350" y="1115060"/>
                    <a:pt x="140000" y="1137920"/>
                    <a:pt x="124760" y="1155700"/>
                  </a:cubicBezTo>
                  <a:cubicBezTo>
                    <a:pt x="110790" y="1173480"/>
                    <a:pt x="85390" y="1196340"/>
                    <a:pt x="71420" y="1196340"/>
                  </a:cubicBezTo>
                  <a:cubicBezTo>
                    <a:pt x="62530" y="1196340"/>
                    <a:pt x="54910" y="1188720"/>
                    <a:pt x="49830" y="1178560"/>
                  </a:cubicBezTo>
                  <a:cubicBezTo>
                    <a:pt x="38400" y="1160780"/>
                    <a:pt x="37130" y="1117600"/>
                    <a:pt x="35860" y="1084580"/>
                  </a:cubicBezTo>
                  <a:cubicBezTo>
                    <a:pt x="35860" y="1047750"/>
                    <a:pt x="37130" y="988060"/>
                    <a:pt x="48560" y="967740"/>
                  </a:cubicBezTo>
                  <a:cubicBezTo>
                    <a:pt x="54910" y="957580"/>
                    <a:pt x="65070" y="951230"/>
                    <a:pt x="72690" y="951230"/>
                  </a:cubicBezTo>
                  <a:cubicBezTo>
                    <a:pt x="79040" y="949960"/>
                    <a:pt x="87930" y="953770"/>
                    <a:pt x="93010" y="961390"/>
                  </a:cubicBezTo>
                  <a:cubicBezTo>
                    <a:pt x="104440" y="977900"/>
                    <a:pt x="104440" y="1027430"/>
                    <a:pt x="103170" y="1064260"/>
                  </a:cubicBezTo>
                  <a:cubicBezTo>
                    <a:pt x="101900" y="1109980"/>
                    <a:pt x="94280" y="1183640"/>
                    <a:pt x="81580" y="1211580"/>
                  </a:cubicBezTo>
                  <a:cubicBezTo>
                    <a:pt x="76500" y="1225550"/>
                    <a:pt x="68880" y="1238250"/>
                    <a:pt x="59990" y="1239520"/>
                  </a:cubicBezTo>
                  <a:cubicBezTo>
                    <a:pt x="51100" y="1240790"/>
                    <a:pt x="35860" y="1231900"/>
                    <a:pt x="29510" y="1217930"/>
                  </a:cubicBezTo>
                  <a:cubicBezTo>
                    <a:pt x="10460" y="1184910"/>
                    <a:pt x="10460" y="1028700"/>
                    <a:pt x="28240" y="995680"/>
                  </a:cubicBezTo>
                  <a:cubicBezTo>
                    <a:pt x="34590" y="982980"/>
                    <a:pt x="47290" y="975360"/>
                    <a:pt x="54910" y="975360"/>
                  </a:cubicBezTo>
                  <a:cubicBezTo>
                    <a:pt x="63800" y="976630"/>
                    <a:pt x="71420" y="984250"/>
                    <a:pt x="77770" y="1000760"/>
                  </a:cubicBezTo>
                  <a:cubicBezTo>
                    <a:pt x="108250" y="1080770"/>
                    <a:pt x="106980" y="1756410"/>
                    <a:pt x="75230" y="1818640"/>
                  </a:cubicBezTo>
                  <a:cubicBezTo>
                    <a:pt x="68880" y="1830070"/>
                    <a:pt x="62530" y="1831340"/>
                    <a:pt x="54910" y="1832610"/>
                  </a:cubicBezTo>
                  <a:cubicBezTo>
                    <a:pt x="48560" y="1832610"/>
                    <a:pt x="39670" y="1831340"/>
                    <a:pt x="33320" y="1823720"/>
                  </a:cubicBezTo>
                  <a:cubicBezTo>
                    <a:pt x="20620" y="1809750"/>
                    <a:pt x="15540" y="1770380"/>
                    <a:pt x="10460" y="1725930"/>
                  </a:cubicBezTo>
                  <a:cubicBezTo>
                    <a:pt x="-970" y="1634490"/>
                    <a:pt x="-2240" y="1455420"/>
                    <a:pt x="2840" y="1299210"/>
                  </a:cubicBezTo>
                  <a:cubicBezTo>
                    <a:pt x="7920" y="1109980"/>
                    <a:pt x="20620" y="737870"/>
                    <a:pt x="52370" y="670560"/>
                  </a:cubicBezTo>
                  <a:cubicBezTo>
                    <a:pt x="58720" y="655320"/>
                    <a:pt x="67610" y="647700"/>
                    <a:pt x="76500" y="646430"/>
                  </a:cubicBezTo>
                  <a:cubicBezTo>
                    <a:pt x="84120" y="646430"/>
                    <a:pt x="94280" y="651510"/>
                    <a:pt x="101900" y="668020"/>
                  </a:cubicBezTo>
                  <a:cubicBezTo>
                    <a:pt x="150160" y="767080"/>
                    <a:pt x="156510" y="1915160"/>
                    <a:pt x="105710" y="2011680"/>
                  </a:cubicBezTo>
                  <a:cubicBezTo>
                    <a:pt x="98090" y="2026920"/>
                    <a:pt x="86660" y="2030730"/>
                    <a:pt x="77770" y="2030730"/>
                  </a:cubicBezTo>
                  <a:cubicBezTo>
                    <a:pt x="70150" y="2029460"/>
                    <a:pt x="62530" y="2023110"/>
                    <a:pt x="56180" y="2011680"/>
                  </a:cubicBezTo>
                  <a:cubicBezTo>
                    <a:pt x="40940" y="1978660"/>
                    <a:pt x="42210" y="1893570"/>
                    <a:pt x="39670" y="1790700"/>
                  </a:cubicBezTo>
                  <a:cubicBezTo>
                    <a:pt x="33320" y="1557020"/>
                    <a:pt x="57450" y="875030"/>
                    <a:pt x="76500" y="637540"/>
                  </a:cubicBezTo>
                  <a:cubicBezTo>
                    <a:pt x="85390" y="529590"/>
                    <a:pt x="89200" y="416560"/>
                    <a:pt x="108250" y="403860"/>
                  </a:cubicBezTo>
                  <a:cubicBezTo>
                    <a:pt x="113330" y="400050"/>
                    <a:pt x="118410" y="407670"/>
                    <a:pt x="124760" y="406400"/>
                  </a:cubicBezTo>
                  <a:cubicBezTo>
                    <a:pt x="132380" y="403860"/>
                    <a:pt x="141270" y="383540"/>
                    <a:pt x="148890" y="383540"/>
                  </a:cubicBezTo>
                  <a:cubicBezTo>
                    <a:pt x="156510" y="382270"/>
                    <a:pt x="165400" y="386080"/>
                    <a:pt x="173020" y="398780"/>
                  </a:cubicBezTo>
                  <a:cubicBezTo>
                    <a:pt x="220010" y="476250"/>
                    <a:pt x="256840" y="1115060"/>
                    <a:pt x="287320" y="1443990"/>
                  </a:cubicBezTo>
                  <a:cubicBezTo>
                    <a:pt x="313990" y="1734820"/>
                    <a:pt x="334310" y="1958340"/>
                    <a:pt x="350820" y="2272030"/>
                  </a:cubicBezTo>
                  <a:cubicBezTo>
                    <a:pt x="373680" y="2679700"/>
                    <a:pt x="410510" y="3369310"/>
                    <a:pt x="397810" y="3685540"/>
                  </a:cubicBezTo>
                  <a:cubicBezTo>
                    <a:pt x="391460" y="3845560"/>
                    <a:pt x="373680" y="3939540"/>
                    <a:pt x="358440" y="4044950"/>
                  </a:cubicBezTo>
                  <a:cubicBezTo>
                    <a:pt x="344470" y="4130040"/>
                    <a:pt x="333040" y="4207510"/>
                    <a:pt x="313990" y="4272280"/>
                  </a:cubicBezTo>
                  <a:cubicBezTo>
                    <a:pt x="298750" y="4324350"/>
                    <a:pt x="278430" y="4385310"/>
                    <a:pt x="259380" y="4406900"/>
                  </a:cubicBezTo>
                  <a:cubicBezTo>
                    <a:pt x="251760" y="4417060"/>
                    <a:pt x="242870" y="4422140"/>
                    <a:pt x="235250" y="4422140"/>
                  </a:cubicBezTo>
                  <a:cubicBezTo>
                    <a:pt x="227630" y="4422140"/>
                    <a:pt x="221280" y="4417060"/>
                    <a:pt x="214930" y="4409440"/>
                  </a:cubicBezTo>
                  <a:cubicBezTo>
                    <a:pt x="203500" y="4394200"/>
                    <a:pt x="193340" y="4364990"/>
                    <a:pt x="189530" y="4323080"/>
                  </a:cubicBezTo>
                  <a:cubicBezTo>
                    <a:pt x="180640" y="4216400"/>
                    <a:pt x="222550" y="3923030"/>
                    <a:pt x="246680" y="3742690"/>
                  </a:cubicBezTo>
                  <a:cubicBezTo>
                    <a:pt x="268270" y="3583940"/>
                    <a:pt x="294940" y="3430270"/>
                    <a:pt x="322880" y="3296920"/>
                  </a:cubicBezTo>
                  <a:cubicBezTo>
                    <a:pt x="344470" y="3187700"/>
                    <a:pt x="367330" y="3035300"/>
                    <a:pt x="394000" y="2999740"/>
                  </a:cubicBezTo>
                  <a:cubicBezTo>
                    <a:pt x="401620" y="2989580"/>
                    <a:pt x="410510" y="2984500"/>
                    <a:pt x="418130" y="2985770"/>
                  </a:cubicBezTo>
                  <a:cubicBezTo>
                    <a:pt x="427020" y="2987040"/>
                    <a:pt x="435910" y="2994660"/>
                    <a:pt x="442260" y="3009900"/>
                  </a:cubicBezTo>
                  <a:cubicBezTo>
                    <a:pt x="462580" y="3054350"/>
                    <a:pt x="461310" y="3206750"/>
                    <a:pt x="467660" y="3322320"/>
                  </a:cubicBezTo>
                  <a:cubicBezTo>
                    <a:pt x="475280" y="3467100"/>
                    <a:pt x="500680" y="3757930"/>
                    <a:pt x="482900" y="3810000"/>
                  </a:cubicBezTo>
                  <a:cubicBezTo>
                    <a:pt x="479090" y="3821430"/>
                    <a:pt x="474010" y="3825240"/>
                    <a:pt x="467660" y="3827780"/>
                  </a:cubicBezTo>
                  <a:cubicBezTo>
                    <a:pt x="461310" y="3831590"/>
                    <a:pt x="451150" y="3831590"/>
                    <a:pt x="443530" y="3826510"/>
                  </a:cubicBezTo>
                  <a:cubicBezTo>
                    <a:pt x="433370" y="3818890"/>
                    <a:pt x="425750" y="3801110"/>
                    <a:pt x="419400" y="3771900"/>
                  </a:cubicBezTo>
                  <a:cubicBezTo>
                    <a:pt x="395270" y="3679190"/>
                    <a:pt x="358440" y="3238500"/>
                    <a:pt x="380030" y="3171190"/>
                  </a:cubicBezTo>
                  <a:cubicBezTo>
                    <a:pt x="385110" y="3154680"/>
                    <a:pt x="392730" y="3147060"/>
                    <a:pt x="401620" y="3144520"/>
                  </a:cubicBezTo>
                  <a:cubicBezTo>
                    <a:pt x="409240" y="3143250"/>
                    <a:pt x="423210" y="3149600"/>
                    <a:pt x="428290" y="3157220"/>
                  </a:cubicBezTo>
                  <a:cubicBezTo>
                    <a:pt x="434640" y="3167380"/>
                    <a:pt x="429560" y="3185160"/>
                    <a:pt x="429560" y="3209290"/>
                  </a:cubicBezTo>
                  <a:cubicBezTo>
                    <a:pt x="428290" y="3265170"/>
                    <a:pt x="421940" y="3388360"/>
                    <a:pt x="411780" y="3493770"/>
                  </a:cubicBezTo>
                  <a:cubicBezTo>
                    <a:pt x="399080" y="3627120"/>
                    <a:pt x="377490" y="3888740"/>
                    <a:pt x="353360" y="3942080"/>
                  </a:cubicBezTo>
                  <a:cubicBezTo>
                    <a:pt x="347010" y="3954780"/>
                    <a:pt x="341930" y="3961130"/>
                    <a:pt x="333040" y="3962400"/>
                  </a:cubicBezTo>
                  <a:cubicBezTo>
                    <a:pt x="325420" y="3964940"/>
                    <a:pt x="312720" y="3961130"/>
                    <a:pt x="306370" y="3952240"/>
                  </a:cubicBezTo>
                  <a:cubicBezTo>
                    <a:pt x="294940" y="3937000"/>
                    <a:pt x="296210" y="3901440"/>
                    <a:pt x="294940" y="3855720"/>
                  </a:cubicBezTo>
                  <a:cubicBezTo>
                    <a:pt x="293670" y="3747770"/>
                    <a:pt x="324150" y="3475990"/>
                    <a:pt x="341930" y="3310890"/>
                  </a:cubicBezTo>
                  <a:cubicBezTo>
                    <a:pt x="358440" y="3172460"/>
                    <a:pt x="374950" y="3007360"/>
                    <a:pt x="396540" y="2928620"/>
                  </a:cubicBezTo>
                  <a:cubicBezTo>
                    <a:pt x="406700" y="2893060"/>
                    <a:pt x="414320" y="2863850"/>
                    <a:pt x="428290" y="2852420"/>
                  </a:cubicBezTo>
                  <a:cubicBezTo>
                    <a:pt x="434640" y="2846070"/>
                    <a:pt x="443530" y="2844800"/>
                    <a:pt x="451150" y="2847340"/>
                  </a:cubicBezTo>
                  <a:cubicBezTo>
                    <a:pt x="458770" y="2849880"/>
                    <a:pt x="465120" y="2856230"/>
                    <a:pt x="470200" y="2868930"/>
                  </a:cubicBezTo>
                  <a:cubicBezTo>
                    <a:pt x="482900" y="2914650"/>
                    <a:pt x="452420" y="3083560"/>
                    <a:pt x="428290" y="3218180"/>
                  </a:cubicBezTo>
                  <a:cubicBezTo>
                    <a:pt x="395270" y="3409950"/>
                    <a:pt x="307640" y="3793490"/>
                    <a:pt x="267000" y="3903980"/>
                  </a:cubicBezTo>
                  <a:cubicBezTo>
                    <a:pt x="254300" y="3940810"/>
                    <a:pt x="245410" y="3964940"/>
                    <a:pt x="231440" y="3975100"/>
                  </a:cubicBezTo>
                  <a:cubicBezTo>
                    <a:pt x="223820" y="3980180"/>
                    <a:pt x="214930" y="3980180"/>
                    <a:pt x="208580" y="3977640"/>
                  </a:cubicBezTo>
                  <a:cubicBezTo>
                    <a:pt x="202230" y="3975100"/>
                    <a:pt x="197150" y="3971290"/>
                    <a:pt x="192070" y="3959860"/>
                  </a:cubicBezTo>
                  <a:cubicBezTo>
                    <a:pt x="176830" y="3923030"/>
                    <a:pt x="167940" y="3815080"/>
                    <a:pt x="180640" y="3676650"/>
                  </a:cubicBezTo>
                  <a:cubicBezTo>
                    <a:pt x="216200" y="3275330"/>
                    <a:pt x="597200" y="1494790"/>
                    <a:pt x="693720" y="1363980"/>
                  </a:cubicBezTo>
                  <a:cubicBezTo>
                    <a:pt x="706420" y="1347470"/>
                    <a:pt x="719120" y="1343660"/>
                    <a:pt x="726740" y="1344930"/>
                  </a:cubicBezTo>
                  <a:cubicBezTo>
                    <a:pt x="735630" y="1347470"/>
                    <a:pt x="733090" y="1366520"/>
                    <a:pt x="743250" y="1374140"/>
                  </a:cubicBezTo>
                  <a:cubicBezTo>
                    <a:pt x="762300" y="1389380"/>
                    <a:pt x="816910" y="1374140"/>
                    <a:pt x="842310" y="1407160"/>
                  </a:cubicBezTo>
                  <a:cubicBezTo>
                    <a:pt x="914700" y="1507490"/>
                    <a:pt x="876600" y="1997710"/>
                    <a:pt x="858820" y="2294890"/>
                  </a:cubicBezTo>
                  <a:cubicBezTo>
                    <a:pt x="839770" y="2598420"/>
                    <a:pt x="782620" y="2890520"/>
                    <a:pt x="728010" y="3209290"/>
                  </a:cubicBezTo>
                  <a:cubicBezTo>
                    <a:pt x="668320" y="3562350"/>
                    <a:pt x="555290" y="4163060"/>
                    <a:pt x="508300" y="4318000"/>
                  </a:cubicBezTo>
                  <a:cubicBezTo>
                    <a:pt x="494330" y="4361180"/>
                    <a:pt x="489250" y="4386580"/>
                    <a:pt x="474010" y="4398010"/>
                  </a:cubicBezTo>
                  <a:cubicBezTo>
                    <a:pt x="463850" y="4405630"/>
                    <a:pt x="448610" y="4410710"/>
                    <a:pt x="440990" y="4404360"/>
                  </a:cubicBezTo>
                  <a:cubicBezTo>
                    <a:pt x="421940" y="4391660"/>
                    <a:pt x="420670" y="4330700"/>
                    <a:pt x="415590" y="4263390"/>
                  </a:cubicBezTo>
                  <a:cubicBezTo>
                    <a:pt x="404160" y="4102100"/>
                    <a:pt x="430830" y="3736340"/>
                    <a:pt x="443530" y="3435350"/>
                  </a:cubicBezTo>
                  <a:cubicBezTo>
                    <a:pt x="460040" y="3070860"/>
                    <a:pt x="485440" y="2452370"/>
                    <a:pt x="509570" y="2231390"/>
                  </a:cubicBezTo>
                  <a:cubicBezTo>
                    <a:pt x="518460" y="2147570"/>
                    <a:pt x="519730" y="2081530"/>
                    <a:pt x="537510" y="2057400"/>
                  </a:cubicBezTo>
                  <a:cubicBezTo>
                    <a:pt x="545130" y="2047240"/>
                    <a:pt x="556560" y="2043430"/>
                    <a:pt x="564180" y="2045970"/>
                  </a:cubicBezTo>
                  <a:cubicBezTo>
                    <a:pt x="571800" y="2047240"/>
                    <a:pt x="579420" y="2053590"/>
                    <a:pt x="584500" y="2065020"/>
                  </a:cubicBezTo>
                  <a:cubicBezTo>
                    <a:pt x="595930" y="2095500"/>
                    <a:pt x="590850" y="2169160"/>
                    <a:pt x="578150" y="2254250"/>
                  </a:cubicBezTo>
                  <a:cubicBezTo>
                    <a:pt x="551480" y="2440940"/>
                    <a:pt x="390190" y="3011170"/>
                    <a:pt x="344470" y="3131820"/>
                  </a:cubicBezTo>
                  <a:cubicBezTo>
                    <a:pt x="331770" y="3164840"/>
                    <a:pt x="326690" y="3187700"/>
                    <a:pt x="313990" y="3192780"/>
                  </a:cubicBezTo>
                  <a:cubicBezTo>
                    <a:pt x="303830" y="3197860"/>
                    <a:pt x="286050" y="3192780"/>
                    <a:pt x="277160" y="3182620"/>
                  </a:cubicBezTo>
                  <a:cubicBezTo>
                    <a:pt x="261920" y="3163570"/>
                    <a:pt x="263190" y="3102610"/>
                    <a:pt x="263190" y="3061970"/>
                  </a:cubicBezTo>
                  <a:cubicBezTo>
                    <a:pt x="263190" y="3021330"/>
                    <a:pt x="265730" y="2971800"/>
                    <a:pt x="279700" y="2937510"/>
                  </a:cubicBezTo>
                  <a:cubicBezTo>
                    <a:pt x="291130" y="2910840"/>
                    <a:pt x="316530" y="2877820"/>
                    <a:pt x="331770" y="2870200"/>
                  </a:cubicBezTo>
                  <a:cubicBezTo>
                    <a:pt x="340660" y="2866390"/>
                    <a:pt x="349550" y="2866390"/>
                    <a:pt x="355900" y="2870200"/>
                  </a:cubicBezTo>
                  <a:cubicBezTo>
                    <a:pt x="362250" y="2875280"/>
                    <a:pt x="367330" y="2882900"/>
                    <a:pt x="368600" y="2896870"/>
                  </a:cubicBezTo>
                  <a:cubicBezTo>
                    <a:pt x="374950" y="2931160"/>
                    <a:pt x="347010" y="2997200"/>
                    <a:pt x="335580" y="3093720"/>
                  </a:cubicBezTo>
                  <a:cubicBezTo>
                    <a:pt x="302560" y="3356610"/>
                    <a:pt x="254300" y="4282440"/>
                    <a:pt x="220010" y="4559300"/>
                  </a:cubicBezTo>
                  <a:cubicBezTo>
                    <a:pt x="206040" y="4669790"/>
                    <a:pt x="204770" y="4766310"/>
                    <a:pt x="180640" y="4789170"/>
                  </a:cubicBezTo>
                  <a:cubicBezTo>
                    <a:pt x="173020" y="4798060"/>
                    <a:pt x="160320" y="4798060"/>
                    <a:pt x="152700" y="4794250"/>
                  </a:cubicBezTo>
                  <a:cubicBezTo>
                    <a:pt x="146350" y="4792980"/>
                    <a:pt x="142540" y="4787900"/>
                    <a:pt x="138730" y="4776470"/>
                  </a:cubicBezTo>
                  <a:cubicBezTo>
                    <a:pt x="122220" y="4733290"/>
                    <a:pt x="118410" y="4585970"/>
                    <a:pt x="124760" y="4427220"/>
                  </a:cubicBezTo>
                  <a:cubicBezTo>
                    <a:pt x="137460" y="4083050"/>
                    <a:pt x="270810" y="3129280"/>
                    <a:pt x="317800" y="2796540"/>
                  </a:cubicBezTo>
                  <a:cubicBezTo>
                    <a:pt x="338120" y="2647950"/>
                    <a:pt x="348280" y="2557780"/>
                    <a:pt x="368600" y="2475230"/>
                  </a:cubicBezTo>
                  <a:cubicBezTo>
                    <a:pt x="382570" y="2420620"/>
                    <a:pt x="394000" y="2362200"/>
                    <a:pt x="411780" y="2344420"/>
                  </a:cubicBezTo>
                  <a:cubicBezTo>
                    <a:pt x="420670" y="2335530"/>
                    <a:pt x="432100" y="2332990"/>
                    <a:pt x="439720" y="2335530"/>
                  </a:cubicBezTo>
                  <a:cubicBezTo>
                    <a:pt x="446070" y="2336800"/>
                    <a:pt x="452420" y="2340610"/>
                    <a:pt x="456230" y="2352040"/>
                  </a:cubicBezTo>
                  <a:cubicBezTo>
                    <a:pt x="476550" y="2396490"/>
                    <a:pt x="468930" y="2597150"/>
                    <a:pt x="457500" y="2762250"/>
                  </a:cubicBezTo>
                  <a:cubicBezTo>
                    <a:pt x="440990" y="3017520"/>
                    <a:pt x="363520" y="3648710"/>
                    <a:pt x="325420" y="3731260"/>
                  </a:cubicBezTo>
                  <a:cubicBezTo>
                    <a:pt x="319070" y="3745230"/>
                    <a:pt x="313990" y="3750310"/>
                    <a:pt x="306370" y="3752850"/>
                  </a:cubicBezTo>
                  <a:cubicBezTo>
                    <a:pt x="298750" y="3754120"/>
                    <a:pt x="288590" y="3754120"/>
                    <a:pt x="283510" y="3746500"/>
                  </a:cubicBezTo>
                  <a:cubicBezTo>
                    <a:pt x="268270" y="3728720"/>
                    <a:pt x="260650" y="3666490"/>
                    <a:pt x="267000" y="3596640"/>
                  </a:cubicBezTo>
                  <a:cubicBezTo>
                    <a:pt x="279700" y="3434080"/>
                    <a:pt x="437180" y="2918460"/>
                    <a:pt x="494330" y="2786380"/>
                  </a:cubicBezTo>
                  <a:cubicBezTo>
                    <a:pt x="514650" y="2739390"/>
                    <a:pt x="529890" y="2720340"/>
                    <a:pt x="548940" y="2697480"/>
                  </a:cubicBezTo>
                  <a:cubicBezTo>
                    <a:pt x="562910" y="2680970"/>
                    <a:pt x="578150" y="2667000"/>
                    <a:pt x="590850" y="2660650"/>
                  </a:cubicBezTo>
                  <a:cubicBezTo>
                    <a:pt x="599740" y="2656840"/>
                    <a:pt x="607360" y="2654300"/>
                    <a:pt x="614980" y="2656840"/>
                  </a:cubicBezTo>
                  <a:cubicBezTo>
                    <a:pt x="621330" y="2659380"/>
                    <a:pt x="631490" y="2673350"/>
                    <a:pt x="632760" y="2680970"/>
                  </a:cubicBezTo>
                  <a:cubicBezTo>
                    <a:pt x="632760" y="2688590"/>
                    <a:pt x="627680" y="2697480"/>
                    <a:pt x="621330" y="2701290"/>
                  </a:cubicBezTo>
                  <a:cubicBezTo>
                    <a:pt x="614980" y="2705100"/>
                    <a:pt x="603550" y="2707640"/>
                    <a:pt x="597200" y="2703830"/>
                  </a:cubicBezTo>
                  <a:cubicBezTo>
                    <a:pt x="589580" y="2700020"/>
                    <a:pt x="580690" y="2677160"/>
                    <a:pt x="584500" y="2669540"/>
                  </a:cubicBezTo>
                  <a:cubicBezTo>
                    <a:pt x="588310" y="2661920"/>
                    <a:pt x="611170" y="2654300"/>
                    <a:pt x="620060" y="2658110"/>
                  </a:cubicBezTo>
                  <a:cubicBezTo>
                    <a:pt x="626410" y="2661920"/>
                    <a:pt x="634030" y="2674620"/>
                    <a:pt x="631490" y="2686050"/>
                  </a:cubicBezTo>
                  <a:cubicBezTo>
                    <a:pt x="628950" y="2712720"/>
                    <a:pt x="574340" y="2740660"/>
                    <a:pt x="543860" y="2799080"/>
                  </a:cubicBezTo>
                  <a:cubicBezTo>
                    <a:pt x="471470" y="2941320"/>
                    <a:pt x="335580" y="3436620"/>
                    <a:pt x="317800" y="3595370"/>
                  </a:cubicBezTo>
                  <a:cubicBezTo>
                    <a:pt x="310180" y="3660140"/>
                    <a:pt x="333040" y="3714750"/>
                    <a:pt x="324150" y="3737610"/>
                  </a:cubicBezTo>
                  <a:cubicBezTo>
                    <a:pt x="320340" y="3746500"/>
                    <a:pt x="312720" y="3751580"/>
                    <a:pt x="306370" y="3752850"/>
                  </a:cubicBezTo>
                  <a:cubicBezTo>
                    <a:pt x="298750" y="3754120"/>
                    <a:pt x="286050" y="3752850"/>
                    <a:pt x="278430" y="3741420"/>
                  </a:cubicBezTo>
                  <a:cubicBezTo>
                    <a:pt x="240330" y="3676650"/>
                    <a:pt x="390190" y="3018790"/>
                    <a:pt x="406700" y="2762250"/>
                  </a:cubicBezTo>
                  <a:cubicBezTo>
                    <a:pt x="418130" y="2598420"/>
                    <a:pt x="381300" y="2404110"/>
                    <a:pt x="407970" y="2355850"/>
                  </a:cubicBezTo>
                  <a:cubicBezTo>
                    <a:pt x="415590" y="2340610"/>
                    <a:pt x="430830" y="2332990"/>
                    <a:pt x="439720" y="2335530"/>
                  </a:cubicBezTo>
                  <a:cubicBezTo>
                    <a:pt x="447340" y="2336800"/>
                    <a:pt x="456230" y="2350770"/>
                    <a:pt x="457500" y="2363470"/>
                  </a:cubicBezTo>
                  <a:cubicBezTo>
                    <a:pt x="461310" y="2388870"/>
                    <a:pt x="430830" y="2433320"/>
                    <a:pt x="419400" y="2482850"/>
                  </a:cubicBezTo>
                  <a:cubicBezTo>
                    <a:pt x="400350" y="2562860"/>
                    <a:pt x="388920" y="2654300"/>
                    <a:pt x="368600" y="2801620"/>
                  </a:cubicBezTo>
                  <a:cubicBezTo>
                    <a:pt x="321610" y="3134360"/>
                    <a:pt x="188260" y="4081780"/>
                    <a:pt x="175560" y="4424680"/>
                  </a:cubicBezTo>
                  <a:cubicBezTo>
                    <a:pt x="169210" y="4583430"/>
                    <a:pt x="207310" y="4726940"/>
                    <a:pt x="188260" y="4773930"/>
                  </a:cubicBezTo>
                  <a:cubicBezTo>
                    <a:pt x="183180" y="4787900"/>
                    <a:pt x="173020" y="4796790"/>
                    <a:pt x="164130" y="4796790"/>
                  </a:cubicBezTo>
                  <a:cubicBezTo>
                    <a:pt x="155240" y="4796790"/>
                    <a:pt x="142540" y="4785360"/>
                    <a:pt x="137460" y="4770120"/>
                  </a:cubicBezTo>
                  <a:cubicBezTo>
                    <a:pt x="126030" y="4734560"/>
                    <a:pt x="157780" y="4659630"/>
                    <a:pt x="169210" y="4555490"/>
                  </a:cubicBezTo>
                  <a:cubicBezTo>
                    <a:pt x="199690" y="4284980"/>
                    <a:pt x="251760" y="3350260"/>
                    <a:pt x="286050" y="3086100"/>
                  </a:cubicBezTo>
                  <a:cubicBezTo>
                    <a:pt x="297480" y="2987040"/>
                    <a:pt x="301290" y="2912110"/>
                    <a:pt x="320340" y="2884170"/>
                  </a:cubicBezTo>
                  <a:cubicBezTo>
                    <a:pt x="326690" y="2872740"/>
                    <a:pt x="335580" y="2867660"/>
                    <a:pt x="344470" y="2867660"/>
                  </a:cubicBezTo>
                  <a:cubicBezTo>
                    <a:pt x="352090" y="2867660"/>
                    <a:pt x="366060" y="2875280"/>
                    <a:pt x="367330" y="2884170"/>
                  </a:cubicBezTo>
                  <a:cubicBezTo>
                    <a:pt x="371140" y="2898140"/>
                    <a:pt x="336850" y="2922270"/>
                    <a:pt x="327960" y="2947670"/>
                  </a:cubicBezTo>
                  <a:cubicBezTo>
                    <a:pt x="317800" y="2979420"/>
                    <a:pt x="313990" y="3022600"/>
                    <a:pt x="313990" y="3060700"/>
                  </a:cubicBezTo>
                  <a:cubicBezTo>
                    <a:pt x="312720" y="3098800"/>
                    <a:pt x="335580" y="3158490"/>
                    <a:pt x="324150" y="3178810"/>
                  </a:cubicBezTo>
                  <a:cubicBezTo>
                    <a:pt x="319070" y="3190240"/>
                    <a:pt x="303830" y="3199130"/>
                    <a:pt x="296210" y="3196590"/>
                  </a:cubicBezTo>
                  <a:cubicBezTo>
                    <a:pt x="287320" y="3195320"/>
                    <a:pt x="277160" y="3180080"/>
                    <a:pt x="275890" y="3164840"/>
                  </a:cubicBezTo>
                  <a:cubicBezTo>
                    <a:pt x="272080" y="3126740"/>
                    <a:pt x="315260" y="3054350"/>
                    <a:pt x="340660" y="2967990"/>
                  </a:cubicBezTo>
                  <a:cubicBezTo>
                    <a:pt x="388920" y="2805430"/>
                    <a:pt x="500680" y="2418080"/>
                    <a:pt x="528620" y="2251710"/>
                  </a:cubicBezTo>
                  <a:cubicBezTo>
                    <a:pt x="542590" y="2166620"/>
                    <a:pt x="522270" y="2073910"/>
                    <a:pt x="541320" y="2052320"/>
                  </a:cubicBezTo>
                  <a:cubicBezTo>
                    <a:pt x="548940" y="2044700"/>
                    <a:pt x="562910" y="2043430"/>
                    <a:pt x="569260" y="2047240"/>
                  </a:cubicBezTo>
                  <a:cubicBezTo>
                    <a:pt x="576880" y="2049780"/>
                    <a:pt x="581960" y="2058670"/>
                    <a:pt x="584500" y="2071370"/>
                  </a:cubicBezTo>
                  <a:cubicBezTo>
                    <a:pt x="590850" y="2101850"/>
                    <a:pt x="567990" y="2155190"/>
                    <a:pt x="560370" y="2233930"/>
                  </a:cubicBezTo>
                  <a:cubicBezTo>
                    <a:pt x="537510" y="2449830"/>
                    <a:pt x="510840" y="3074670"/>
                    <a:pt x="494330" y="3436620"/>
                  </a:cubicBezTo>
                  <a:cubicBezTo>
                    <a:pt x="481630" y="3736340"/>
                    <a:pt x="462580" y="4100830"/>
                    <a:pt x="466390" y="4258310"/>
                  </a:cubicBezTo>
                  <a:cubicBezTo>
                    <a:pt x="467660" y="4321810"/>
                    <a:pt x="489250" y="4371340"/>
                    <a:pt x="476550" y="4392930"/>
                  </a:cubicBezTo>
                  <a:cubicBezTo>
                    <a:pt x="470200" y="4403090"/>
                    <a:pt x="453690" y="4409440"/>
                    <a:pt x="446070" y="4406900"/>
                  </a:cubicBezTo>
                  <a:cubicBezTo>
                    <a:pt x="438450" y="4404360"/>
                    <a:pt x="429560" y="4390390"/>
                    <a:pt x="428290" y="4377690"/>
                  </a:cubicBezTo>
                  <a:cubicBezTo>
                    <a:pt x="427020" y="4359910"/>
                    <a:pt x="446070" y="4347210"/>
                    <a:pt x="457500" y="4309110"/>
                  </a:cubicBezTo>
                  <a:cubicBezTo>
                    <a:pt x="503220" y="4163060"/>
                    <a:pt x="617520" y="3553460"/>
                    <a:pt x="678480" y="3201670"/>
                  </a:cubicBezTo>
                  <a:cubicBezTo>
                    <a:pt x="731820" y="2885440"/>
                    <a:pt x="787700" y="2594610"/>
                    <a:pt x="808020" y="2294890"/>
                  </a:cubicBezTo>
                  <a:cubicBezTo>
                    <a:pt x="828340" y="2004060"/>
                    <a:pt x="872790" y="1548130"/>
                    <a:pt x="804210" y="1427480"/>
                  </a:cubicBezTo>
                  <a:cubicBezTo>
                    <a:pt x="777540" y="1381760"/>
                    <a:pt x="694990" y="1380490"/>
                    <a:pt x="693720" y="1363980"/>
                  </a:cubicBezTo>
                  <a:cubicBezTo>
                    <a:pt x="693720" y="1356360"/>
                    <a:pt x="712770" y="1342390"/>
                    <a:pt x="721660" y="1343660"/>
                  </a:cubicBezTo>
                  <a:cubicBezTo>
                    <a:pt x="729280" y="1344930"/>
                    <a:pt x="739440" y="1355090"/>
                    <a:pt x="743250" y="1374140"/>
                  </a:cubicBezTo>
                  <a:cubicBezTo>
                    <a:pt x="777540" y="1531620"/>
                    <a:pt x="268270" y="3274060"/>
                    <a:pt x="231440" y="3674110"/>
                  </a:cubicBezTo>
                  <a:cubicBezTo>
                    <a:pt x="218740" y="3813810"/>
                    <a:pt x="263190" y="3921760"/>
                    <a:pt x="241600" y="3959860"/>
                  </a:cubicBezTo>
                  <a:cubicBezTo>
                    <a:pt x="233980" y="3973830"/>
                    <a:pt x="216200" y="3980180"/>
                    <a:pt x="208580" y="3977640"/>
                  </a:cubicBezTo>
                  <a:cubicBezTo>
                    <a:pt x="200960" y="3975100"/>
                    <a:pt x="193340" y="3959860"/>
                    <a:pt x="192070" y="3948430"/>
                  </a:cubicBezTo>
                  <a:cubicBezTo>
                    <a:pt x="192070" y="3931920"/>
                    <a:pt x="207310" y="3921760"/>
                    <a:pt x="217470" y="3891280"/>
                  </a:cubicBezTo>
                  <a:cubicBezTo>
                    <a:pt x="251760" y="3790950"/>
                    <a:pt x="344470" y="3401060"/>
                    <a:pt x="378760" y="3211830"/>
                  </a:cubicBezTo>
                  <a:cubicBezTo>
                    <a:pt x="401620" y="3079750"/>
                    <a:pt x="402890" y="2910840"/>
                    <a:pt x="419400" y="2867660"/>
                  </a:cubicBezTo>
                  <a:cubicBezTo>
                    <a:pt x="423210" y="2857500"/>
                    <a:pt x="427020" y="2852420"/>
                    <a:pt x="433370" y="2848610"/>
                  </a:cubicBezTo>
                  <a:cubicBezTo>
                    <a:pt x="439720" y="2846070"/>
                    <a:pt x="451150" y="2846070"/>
                    <a:pt x="456230" y="2849880"/>
                  </a:cubicBezTo>
                  <a:cubicBezTo>
                    <a:pt x="462580" y="2853690"/>
                    <a:pt x="468930" y="2865120"/>
                    <a:pt x="468930" y="2875280"/>
                  </a:cubicBezTo>
                  <a:cubicBezTo>
                    <a:pt x="470200" y="2891790"/>
                    <a:pt x="453690" y="2907030"/>
                    <a:pt x="446070" y="2936240"/>
                  </a:cubicBezTo>
                  <a:cubicBezTo>
                    <a:pt x="428290" y="3008630"/>
                    <a:pt x="409240" y="3177540"/>
                    <a:pt x="392730" y="3315970"/>
                  </a:cubicBezTo>
                  <a:cubicBezTo>
                    <a:pt x="374950" y="3478530"/>
                    <a:pt x="345740" y="3747770"/>
                    <a:pt x="345740" y="3850640"/>
                  </a:cubicBezTo>
                  <a:cubicBezTo>
                    <a:pt x="345740" y="3893820"/>
                    <a:pt x="360980" y="3923030"/>
                    <a:pt x="353360" y="3942080"/>
                  </a:cubicBezTo>
                  <a:cubicBezTo>
                    <a:pt x="348280" y="3953510"/>
                    <a:pt x="335580" y="3963670"/>
                    <a:pt x="327960" y="3963670"/>
                  </a:cubicBezTo>
                  <a:cubicBezTo>
                    <a:pt x="319070" y="3963670"/>
                    <a:pt x="308910" y="3956050"/>
                    <a:pt x="302560" y="3940810"/>
                  </a:cubicBezTo>
                  <a:cubicBezTo>
                    <a:pt x="274620" y="3864610"/>
                    <a:pt x="343200" y="3194050"/>
                    <a:pt x="390190" y="3149600"/>
                  </a:cubicBezTo>
                  <a:cubicBezTo>
                    <a:pt x="399080" y="3140710"/>
                    <a:pt x="413050" y="3144520"/>
                    <a:pt x="419400" y="3148330"/>
                  </a:cubicBezTo>
                  <a:cubicBezTo>
                    <a:pt x="425750" y="3152140"/>
                    <a:pt x="428290" y="3157220"/>
                    <a:pt x="430830" y="3168650"/>
                  </a:cubicBezTo>
                  <a:cubicBezTo>
                    <a:pt x="443530" y="3211830"/>
                    <a:pt x="435910" y="3384550"/>
                    <a:pt x="444800" y="3491230"/>
                  </a:cubicBezTo>
                  <a:cubicBezTo>
                    <a:pt x="453690" y="3597910"/>
                    <a:pt x="500680" y="3768090"/>
                    <a:pt x="482900" y="3810000"/>
                  </a:cubicBezTo>
                  <a:cubicBezTo>
                    <a:pt x="476550" y="3823970"/>
                    <a:pt x="463850" y="3830320"/>
                    <a:pt x="456230" y="3830320"/>
                  </a:cubicBezTo>
                  <a:cubicBezTo>
                    <a:pt x="447340" y="3829050"/>
                    <a:pt x="439720" y="3821430"/>
                    <a:pt x="432100" y="3806190"/>
                  </a:cubicBezTo>
                  <a:cubicBezTo>
                    <a:pt x="399080" y="3727450"/>
                    <a:pt x="353360" y="3063240"/>
                    <a:pt x="394000" y="2999740"/>
                  </a:cubicBezTo>
                  <a:cubicBezTo>
                    <a:pt x="401620" y="2987040"/>
                    <a:pt x="416860" y="2984500"/>
                    <a:pt x="424480" y="2987040"/>
                  </a:cubicBezTo>
                  <a:cubicBezTo>
                    <a:pt x="432100" y="2989580"/>
                    <a:pt x="439720" y="2999740"/>
                    <a:pt x="440990" y="3016250"/>
                  </a:cubicBezTo>
                  <a:cubicBezTo>
                    <a:pt x="448610" y="3061970"/>
                    <a:pt x="394000" y="3197860"/>
                    <a:pt x="372410" y="3305810"/>
                  </a:cubicBezTo>
                  <a:cubicBezTo>
                    <a:pt x="345740" y="3436620"/>
                    <a:pt x="319070" y="3591560"/>
                    <a:pt x="297480" y="3747770"/>
                  </a:cubicBezTo>
                  <a:cubicBezTo>
                    <a:pt x="273350" y="3924300"/>
                    <a:pt x="231440" y="4203700"/>
                    <a:pt x="239060" y="4310380"/>
                  </a:cubicBezTo>
                  <a:cubicBezTo>
                    <a:pt x="241600" y="4354830"/>
                    <a:pt x="265730" y="4382770"/>
                    <a:pt x="261920" y="4401820"/>
                  </a:cubicBezTo>
                  <a:cubicBezTo>
                    <a:pt x="259380" y="4410710"/>
                    <a:pt x="253030" y="4417060"/>
                    <a:pt x="246680" y="4419600"/>
                  </a:cubicBezTo>
                  <a:cubicBezTo>
                    <a:pt x="239060" y="4422140"/>
                    <a:pt x="223820" y="4419600"/>
                    <a:pt x="218740" y="4414520"/>
                  </a:cubicBezTo>
                  <a:cubicBezTo>
                    <a:pt x="213660" y="4409440"/>
                    <a:pt x="211120" y="4401820"/>
                    <a:pt x="212390" y="4391660"/>
                  </a:cubicBezTo>
                  <a:cubicBezTo>
                    <a:pt x="213660" y="4366260"/>
                    <a:pt x="249220" y="4311650"/>
                    <a:pt x="264460" y="4262120"/>
                  </a:cubicBezTo>
                  <a:cubicBezTo>
                    <a:pt x="282240" y="4198620"/>
                    <a:pt x="294940" y="4122420"/>
                    <a:pt x="307640" y="4039870"/>
                  </a:cubicBezTo>
                  <a:cubicBezTo>
                    <a:pt x="322880" y="3935730"/>
                    <a:pt x="340660" y="3830320"/>
                    <a:pt x="347010" y="3685540"/>
                  </a:cubicBezTo>
                  <a:cubicBezTo>
                    <a:pt x="357170" y="3462020"/>
                    <a:pt x="341930" y="3147060"/>
                    <a:pt x="327960" y="2828290"/>
                  </a:cubicBezTo>
                  <a:cubicBezTo>
                    <a:pt x="310180" y="2423160"/>
                    <a:pt x="273350" y="1875790"/>
                    <a:pt x="236520" y="1449070"/>
                  </a:cubicBezTo>
                  <a:cubicBezTo>
                    <a:pt x="203500" y="1076960"/>
                    <a:pt x="91740" y="495300"/>
                    <a:pt x="124760" y="406400"/>
                  </a:cubicBezTo>
                  <a:cubicBezTo>
                    <a:pt x="131110" y="389890"/>
                    <a:pt x="141270" y="383540"/>
                    <a:pt x="148890" y="383540"/>
                  </a:cubicBezTo>
                  <a:cubicBezTo>
                    <a:pt x="156510" y="382270"/>
                    <a:pt x="169210" y="393700"/>
                    <a:pt x="173020" y="398780"/>
                  </a:cubicBezTo>
                  <a:cubicBezTo>
                    <a:pt x="175560" y="402590"/>
                    <a:pt x="176830" y="407670"/>
                    <a:pt x="175560" y="411480"/>
                  </a:cubicBezTo>
                  <a:cubicBezTo>
                    <a:pt x="171750" y="419100"/>
                    <a:pt x="148890" y="417830"/>
                    <a:pt x="140000" y="433070"/>
                  </a:cubicBezTo>
                  <a:cubicBezTo>
                    <a:pt x="119680" y="464820"/>
                    <a:pt x="132380" y="542290"/>
                    <a:pt x="127300" y="638810"/>
                  </a:cubicBezTo>
                  <a:cubicBezTo>
                    <a:pt x="117140" y="866140"/>
                    <a:pt x="85390" y="1554480"/>
                    <a:pt x="90470" y="1786890"/>
                  </a:cubicBezTo>
                  <a:cubicBezTo>
                    <a:pt x="91740" y="1888490"/>
                    <a:pt x="118410" y="1969770"/>
                    <a:pt x="106980" y="2005330"/>
                  </a:cubicBezTo>
                  <a:cubicBezTo>
                    <a:pt x="101900" y="2019300"/>
                    <a:pt x="93010" y="2029460"/>
                    <a:pt x="84120" y="2030730"/>
                  </a:cubicBezTo>
                  <a:cubicBezTo>
                    <a:pt x="76500" y="2030730"/>
                    <a:pt x="65070" y="2026920"/>
                    <a:pt x="56180" y="2011680"/>
                  </a:cubicBezTo>
                  <a:cubicBezTo>
                    <a:pt x="6650" y="1915160"/>
                    <a:pt x="9190" y="774700"/>
                    <a:pt x="52370" y="670560"/>
                  </a:cubicBezTo>
                  <a:cubicBezTo>
                    <a:pt x="58720" y="654050"/>
                    <a:pt x="67610" y="646430"/>
                    <a:pt x="76500" y="646430"/>
                  </a:cubicBezTo>
                  <a:cubicBezTo>
                    <a:pt x="84120" y="646430"/>
                    <a:pt x="96820" y="656590"/>
                    <a:pt x="103170" y="674370"/>
                  </a:cubicBezTo>
                  <a:cubicBezTo>
                    <a:pt x="128570" y="744220"/>
                    <a:pt x="59990" y="1111250"/>
                    <a:pt x="53640" y="1297940"/>
                  </a:cubicBezTo>
                  <a:cubicBezTo>
                    <a:pt x="48560" y="1451610"/>
                    <a:pt x="51100" y="1628140"/>
                    <a:pt x="59990" y="1717040"/>
                  </a:cubicBezTo>
                  <a:cubicBezTo>
                    <a:pt x="65070" y="1757680"/>
                    <a:pt x="80310" y="1788160"/>
                    <a:pt x="77770" y="1807210"/>
                  </a:cubicBezTo>
                  <a:cubicBezTo>
                    <a:pt x="76500" y="1817370"/>
                    <a:pt x="72690" y="1824990"/>
                    <a:pt x="66340" y="1827530"/>
                  </a:cubicBezTo>
                  <a:cubicBezTo>
                    <a:pt x="59990" y="1832610"/>
                    <a:pt x="44750" y="1832610"/>
                    <a:pt x="37130" y="1827530"/>
                  </a:cubicBezTo>
                  <a:cubicBezTo>
                    <a:pt x="32050" y="1824990"/>
                    <a:pt x="29510" y="1819910"/>
                    <a:pt x="26970" y="1807210"/>
                  </a:cubicBezTo>
                  <a:cubicBezTo>
                    <a:pt x="7920" y="1732280"/>
                    <a:pt x="-9860" y="1068070"/>
                    <a:pt x="28240" y="995680"/>
                  </a:cubicBezTo>
                  <a:cubicBezTo>
                    <a:pt x="35860" y="980440"/>
                    <a:pt x="47290" y="975360"/>
                    <a:pt x="54910" y="975360"/>
                  </a:cubicBezTo>
                  <a:cubicBezTo>
                    <a:pt x="63800" y="976630"/>
                    <a:pt x="71420" y="982980"/>
                    <a:pt x="76500" y="994410"/>
                  </a:cubicBezTo>
                  <a:cubicBezTo>
                    <a:pt x="91740" y="1027430"/>
                    <a:pt x="91740" y="1183640"/>
                    <a:pt x="79040" y="1217930"/>
                  </a:cubicBezTo>
                  <a:cubicBezTo>
                    <a:pt x="75230" y="1230630"/>
                    <a:pt x="67610" y="1238250"/>
                    <a:pt x="59990" y="1239520"/>
                  </a:cubicBezTo>
                  <a:cubicBezTo>
                    <a:pt x="51100" y="1240790"/>
                    <a:pt x="34590" y="1231900"/>
                    <a:pt x="29510" y="1217930"/>
                  </a:cubicBezTo>
                  <a:cubicBezTo>
                    <a:pt x="18080" y="1192530"/>
                    <a:pt x="49830" y="1112520"/>
                    <a:pt x="52370" y="1066800"/>
                  </a:cubicBezTo>
                  <a:cubicBezTo>
                    <a:pt x="54910" y="1031240"/>
                    <a:pt x="39670" y="985520"/>
                    <a:pt x="48560" y="967740"/>
                  </a:cubicBezTo>
                  <a:cubicBezTo>
                    <a:pt x="53640" y="957580"/>
                    <a:pt x="65070" y="951230"/>
                    <a:pt x="72690" y="951230"/>
                  </a:cubicBezTo>
                  <a:cubicBezTo>
                    <a:pt x="80310" y="951230"/>
                    <a:pt x="93010" y="961390"/>
                    <a:pt x="98090" y="972820"/>
                  </a:cubicBezTo>
                  <a:cubicBezTo>
                    <a:pt x="105710" y="994410"/>
                    <a:pt x="86660" y="1043940"/>
                    <a:pt x="86660" y="1078230"/>
                  </a:cubicBezTo>
                  <a:cubicBezTo>
                    <a:pt x="86660" y="1112520"/>
                    <a:pt x="105710" y="1163320"/>
                    <a:pt x="96820" y="1181100"/>
                  </a:cubicBezTo>
                  <a:cubicBezTo>
                    <a:pt x="91740" y="1191260"/>
                    <a:pt x="79040" y="1197610"/>
                    <a:pt x="71420" y="1196340"/>
                  </a:cubicBezTo>
                  <a:cubicBezTo>
                    <a:pt x="63800" y="1195070"/>
                    <a:pt x="48560" y="1179830"/>
                    <a:pt x="48560" y="1165860"/>
                  </a:cubicBezTo>
                  <a:cubicBezTo>
                    <a:pt x="47290" y="1144270"/>
                    <a:pt x="91740" y="1108710"/>
                    <a:pt x="106980" y="1075690"/>
                  </a:cubicBezTo>
                  <a:cubicBezTo>
                    <a:pt x="120950" y="1041400"/>
                    <a:pt x="120950" y="982980"/>
                    <a:pt x="136190" y="963930"/>
                  </a:cubicBezTo>
                  <a:cubicBezTo>
                    <a:pt x="143810" y="955040"/>
                    <a:pt x="153970" y="949960"/>
                    <a:pt x="161590" y="949960"/>
                  </a:cubicBezTo>
                  <a:cubicBezTo>
                    <a:pt x="169210" y="951230"/>
                    <a:pt x="179370" y="958850"/>
                    <a:pt x="183180" y="969010"/>
                  </a:cubicBezTo>
                  <a:cubicBezTo>
                    <a:pt x="190800" y="996950"/>
                    <a:pt x="143810" y="1085850"/>
                    <a:pt x="136190" y="1139190"/>
                  </a:cubicBezTo>
                  <a:cubicBezTo>
                    <a:pt x="129840" y="1186180"/>
                    <a:pt x="147620" y="1249680"/>
                    <a:pt x="134920" y="1272540"/>
                  </a:cubicBezTo>
                  <a:cubicBezTo>
                    <a:pt x="128570" y="1285240"/>
                    <a:pt x="115870" y="1292860"/>
                    <a:pt x="106980" y="1291590"/>
                  </a:cubicBezTo>
                  <a:cubicBezTo>
                    <a:pt x="99360" y="1291590"/>
                    <a:pt x="90470" y="1280160"/>
                    <a:pt x="85390" y="1267460"/>
                  </a:cubicBezTo>
                  <a:cubicBezTo>
                    <a:pt x="73960" y="1238250"/>
                    <a:pt x="73960" y="1137920"/>
                    <a:pt x="86660" y="1111250"/>
                  </a:cubicBezTo>
                  <a:cubicBezTo>
                    <a:pt x="93010" y="1098550"/>
                    <a:pt x="105710" y="1090930"/>
                    <a:pt x="113330" y="1090930"/>
                  </a:cubicBezTo>
                  <a:cubicBezTo>
                    <a:pt x="120950" y="1090930"/>
                    <a:pt x="129840" y="1097280"/>
                    <a:pt x="136190" y="1109980"/>
                  </a:cubicBezTo>
                  <a:cubicBezTo>
                    <a:pt x="161590" y="1159510"/>
                    <a:pt x="134920" y="1475740"/>
                    <a:pt x="160320" y="1558290"/>
                  </a:cubicBezTo>
                  <a:cubicBezTo>
                    <a:pt x="170480" y="1593850"/>
                    <a:pt x="206040" y="1616710"/>
                    <a:pt x="200960" y="1628140"/>
                  </a:cubicBezTo>
                  <a:cubicBezTo>
                    <a:pt x="198420" y="1635760"/>
                    <a:pt x="176830" y="1640840"/>
                    <a:pt x="167940" y="1638300"/>
                  </a:cubicBezTo>
                  <a:cubicBezTo>
                    <a:pt x="161590" y="1634490"/>
                    <a:pt x="156510" y="1626870"/>
                    <a:pt x="153970" y="1612900"/>
                  </a:cubicBezTo>
                  <a:cubicBezTo>
                    <a:pt x="147620" y="1563370"/>
                    <a:pt x="211120" y="1402080"/>
                    <a:pt x="241600" y="1262380"/>
                  </a:cubicBezTo>
                  <a:cubicBezTo>
                    <a:pt x="286050" y="1057910"/>
                    <a:pt x="364790" y="641350"/>
                    <a:pt x="380030" y="505460"/>
                  </a:cubicBezTo>
                  <a:cubicBezTo>
                    <a:pt x="385110" y="455930"/>
                    <a:pt x="373680" y="421640"/>
                    <a:pt x="385110" y="403860"/>
                  </a:cubicBezTo>
                  <a:cubicBezTo>
                    <a:pt x="391460" y="392430"/>
                    <a:pt x="405430" y="384810"/>
                    <a:pt x="414320" y="386080"/>
                  </a:cubicBezTo>
                  <a:cubicBezTo>
                    <a:pt x="421940" y="387350"/>
                    <a:pt x="430830" y="393700"/>
                    <a:pt x="433370" y="406400"/>
                  </a:cubicBezTo>
                  <a:cubicBezTo>
                    <a:pt x="453690" y="495300"/>
                    <a:pt x="131110" y="1430020"/>
                    <a:pt x="62530" y="1508760"/>
                  </a:cubicBezTo>
                  <a:cubicBezTo>
                    <a:pt x="51100" y="1522730"/>
                    <a:pt x="40940" y="1526540"/>
                    <a:pt x="32050" y="1524000"/>
                  </a:cubicBezTo>
                  <a:cubicBezTo>
                    <a:pt x="24430" y="1522730"/>
                    <a:pt x="15540" y="1508760"/>
                    <a:pt x="13000" y="1497330"/>
                  </a:cubicBezTo>
                  <a:cubicBezTo>
                    <a:pt x="11730" y="1482090"/>
                    <a:pt x="28240" y="1469390"/>
                    <a:pt x="34590" y="1440180"/>
                  </a:cubicBezTo>
                  <a:cubicBezTo>
                    <a:pt x="53640" y="1366520"/>
                    <a:pt x="62530" y="1055370"/>
                    <a:pt x="91740" y="1018540"/>
                  </a:cubicBezTo>
                  <a:cubicBezTo>
                    <a:pt x="98090" y="1010920"/>
                    <a:pt x="106980" y="1009650"/>
                    <a:pt x="113330" y="1010920"/>
                  </a:cubicBezTo>
                  <a:cubicBezTo>
                    <a:pt x="120950" y="1012190"/>
                    <a:pt x="129840" y="1017270"/>
                    <a:pt x="134920" y="1029970"/>
                  </a:cubicBezTo>
                  <a:cubicBezTo>
                    <a:pt x="153970" y="1071880"/>
                    <a:pt x="157780" y="1318260"/>
                    <a:pt x="134920" y="1360170"/>
                  </a:cubicBezTo>
                  <a:cubicBezTo>
                    <a:pt x="128570" y="1374140"/>
                    <a:pt x="115870" y="1380490"/>
                    <a:pt x="106980" y="1379220"/>
                  </a:cubicBezTo>
                  <a:cubicBezTo>
                    <a:pt x="99360" y="1377950"/>
                    <a:pt x="91740" y="1370330"/>
                    <a:pt x="85390" y="1353820"/>
                  </a:cubicBezTo>
                  <a:cubicBezTo>
                    <a:pt x="56180" y="1277620"/>
                    <a:pt x="57450" y="678180"/>
                    <a:pt x="86660" y="600710"/>
                  </a:cubicBezTo>
                  <a:cubicBezTo>
                    <a:pt x="93010" y="584200"/>
                    <a:pt x="100630" y="576580"/>
                    <a:pt x="109520" y="575310"/>
                  </a:cubicBezTo>
                  <a:cubicBezTo>
                    <a:pt x="117140" y="574040"/>
                    <a:pt x="127300" y="576580"/>
                    <a:pt x="134920" y="588010"/>
                  </a:cubicBezTo>
                  <a:cubicBezTo>
                    <a:pt x="173020" y="651510"/>
                    <a:pt x="136190" y="1215390"/>
                    <a:pt x="145080" y="1405890"/>
                  </a:cubicBezTo>
                  <a:cubicBezTo>
                    <a:pt x="150160" y="1510030"/>
                    <a:pt x="153970" y="1643380"/>
                    <a:pt x="164130" y="1644650"/>
                  </a:cubicBezTo>
                  <a:cubicBezTo>
                    <a:pt x="174290" y="1644650"/>
                    <a:pt x="181910" y="1428750"/>
                    <a:pt x="207310" y="1374140"/>
                  </a:cubicBezTo>
                  <a:cubicBezTo>
                    <a:pt x="220010" y="1346200"/>
                    <a:pt x="239060" y="1323340"/>
                    <a:pt x="255570" y="1319530"/>
                  </a:cubicBezTo>
                  <a:cubicBezTo>
                    <a:pt x="267000" y="1316990"/>
                    <a:pt x="279700" y="1319530"/>
                    <a:pt x="291130" y="1333500"/>
                  </a:cubicBezTo>
                  <a:cubicBezTo>
                    <a:pt x="338120" y="1395730"/>
                    <a:pt x="387650" y="2001520"/>
                    <a:pt x="377490" y="2072640"/>
                  </a:cubicBezTo>
                  <a:cubicBezTo>
                    <a:pt x="374950" y="2085340"/>
                    <a:pt x="373680" y="2090420"/>
                    <a:pt x="368600" y="2094230"/>
                  </a:cubicBezTo>
                  <a:cubicBezTo>
                    <a:pt x="362250" y="2099310"/>
                    <a:pt x="352090" y="2101850"/>
                    <a:pt x="344470" y="2099310"/>
                  </a:cubicBezTo>
                  <a:cubicBezTo>
                    <a:pt x="338120" y="2096770"/>
                    <a:pt x="327960" y="2085340"/>
                    <a:pt x="326690" y="2076450"/>
                  </a:cubicBezTo>
                  <a:cubicBezTo>
                    <a:pt x="325420" y="2067560"/>
                    <a:pt x="335580" y="2063750"/>
                    <a:pt x="336850" y="2047240"/>
                  </a:cubicBezTo>
                  <a:cubicBezTo>
                    <a:pt x="345740" y="1978660"/>
                    <a:pt x="311450" y="1671320"/>
                    <a:pt x="287320" y="1504950"/>
                  </a:cubicBezTo>
                  <a:cubicBezTo>
                    <a:pt x="267000" y="1360170"/>
                    <a:pt x="189530" y="1140460"/>
                    <a:pt x="211120" y="1103630"/>
                  </a:cubicBezTo>
                  <a:cubicBezTo>
                    <a:pt x="217470" y="1093470"/>
                    <a:pt x="231440" y="1092200"/>
                    <a:pt x="239060" y="1093470"/>
                  </a:cubicBezTo>
                  <a:cubicBezTo>
                    <a:pt x="245410" y="1096010"/>
                    <a:pt x="250490" y="1099820"/>
                    <a:pt x="255570" y="1109980"/>
                  </a:cubicBezTo>
                  <a:cubicBezTo>
                    <a:pt x="280970" y="1160780"/>
                    <a:pt x="279700" y="1489710"/>
                    <a:pt x="310180" y="1614170"/>
                  </a:cubicBezTo>
                  <a:cubicBezTo>
                    <a:pt x="329230" y="1691640"/>
                    <a:pt x="341930" y="1762760"/>
                    <a:pt x="381300" y="1797050"/>
                  </a:cubicBezTo>
                  <a:cubicBezTo>
                    <a:pt x="411780" y="1824990"/>
                    <a:pt x="499410" y="1812290"/>
                    <a:pt x="503220" y="1826260"/>
                  </a:cubicBezTo>
                  <a:cubicBezTo>
                    <a:pt x="505760" y="1835150"/>
                    <a:pt x="486710" y="1854200"/>
                    <a:pt x="477820" y="1854200"/>
                  </a:cubicBezTo>
                  <a:cubicBezTo>
                    <a:pt x="468930" y="1855470"/>
                    <a:pt x="460040" y="1846580"/>
                    <a:pt x="452420" y="1831340"/>
                  </a:cubicBezTo>
                  <a:cubicBezTo>
                    <a:pt x="420670" y="1764030"/>
                    <a:pt x="424480" y="1424940"/>
                    <a:pt x="397810" y="1176020"/>
                  </a:cubicBezTo>
                  <a:cubicBezTo>
                    <a:pt x="363520" y="844550"/>
                    <a:pt x="213660" y="111760"/>
                    <a:pt x="251760" y="21590"/>
                  </a:cubicBezTo>
                  <a:cubicBezTo>
                    <a:pt x="258110" y="5080"/>
                    <a:pt x="269540" y="0"/>
                    <a:pt x="277160" y="0"/>
                  </a:cubicBezTo>
                  <a:cubicBezTo>
                    <a:pt x="286050" y="1270"/>
                    <a:pt x="298750" y="13970"/>
                    <a:pt x="301290" y="24130"/>
                  </a:cubicBezTo>
                  <a:cubicBezTo>
                    <a:pt x="305100" y="35560"/>
                    <a:pt x="291130" y="49530"/>
                    <a:pt x="288590" y="68580"/>
                  </a:cubicBezTo>
                  <a:cubicBezTo>
                    <a:pt x="284780" y="102870"/>
                    <a:pt x="292400" y="144780"/>
                    <a:pt x="297480" y="212090"/>
                  </a:cubicBezTo>
                  <a:cubicBezTo>
                    <a:pt x="310180" y="369570"/>
                    <a:pt x="335580" y="806450"/>
                    <a:pt x="368600" y="1009650"/>
                  </a:cubicBezTo>
                  <a:cubicBezTo>
                    <a:pt x="390190" y="1137920"/>
                    <a:pt x="411780" y="1247140"/>
                    <a:pt x="446070" y="1319530"/>
                  </a:cubicBezTo>
                  <a:cubicBezTo>
                    <a:pt x="466390" y="1362710"/>
                    <a:pt x="499410" y="1421130"/>
                    <a:pt x="515920" y="1416050"/>
                  </a:cubicBezTo>
                  <a:cubicBezTo>
                    <a:pt x="551480" y="1404620"/>
                    <a:pt x="493060" y="905510"/>
                    <a:pt x="523540" y="840740"/>
                  </a:cubicBezTo>
                  <a:cubicBezTo>
                    <a:pt x="531160" y="822960"/>
                    <a:pt x="542590" y="814070"/>
                    <a:pt x="551480" y="815340"/>
                  </a:cubicBezTo>
                  <a:cubicBezTo>
                    <a:pt x="560370" y="815340"/>
                    <a:pt x="574340" y="840740"/>
                    <a:pt x="574340" y="840740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747635" y="4678680"/>
            <a:ext cx="2494598" cy="6155055"/>
            <a:chOff x="0" y="0"/>
            <a:chExt cx="3326130" cy="8206740"/>
          </a:xfrm>
        </p:grpSpPr>
        <p:sp>
          <p:nvSpPr>
            <p:cNvPr id="37" name="Freeform 37"/>
            <p:cNvSpPr/>
            <p:nvPr/>
          </p:nvSpPr>
          <p:spPr>
            <a:xfrm>
              <a:off x="43218" y="48585"/>
              <a:ext cx="3232112" cy="8107855"/>
            </a:xfrm>
            <a:custGeom>
              <a:avLst/>
              <a:gdLst/>
              <a:ahLst/>
              <a:cxnLst/>
              <a:rect l="l" t="t" r="r" b="b"/>
              <a:pathLst>
                <a:path w="3232112" h="8107855">
                  <a:moveTo>
                    <a:pt x="1007072" y="4216075"/>
                  </a:moveTo>
                  <a:cubicBezTo>
                    <a:pt x="998182" y="5136825"/>
                    <a:pt x="993102" y="5178735"/>
                    <a:pt x="984212" y="5221915"/>
                  </a:cubicBezTo>
                  <a:cubicBezTo>
                    <a:pt x="977862" y="5252395"/>
                    <a:pt x="972782" y="5279065"/>
                    <a:pt x="958812" y="5299385"/>
                  </a:cubicBezTo>
                  <a:cubicBezTo>
                    <a:pt x="948652" y="5317165"/>
                    <a:pt x="930872" y="5332405"/>
                    <a:pt x="916902" y="5337485"/>
                  </a:cubicBezTo>
                  <a:cubicBezTo>
                    <a:pt x="906742" y="5342565"/>
                    <a:pt x="896582" y="5341295"/>
                    <a:pt x="887692" y="5338755"/>
                  </a:cubicBezTo>
                  <a:cubicBezTo>
                    <a:pt x="874992" y="5334945"/>
                    <a:pt x="861022" y="5329865"/>
                    <a:pt x="850862" y="5313355"/>
                  </a:cubicBezTo>
                  <a:cubicBezTo>
                    <a:pt x="829272" y="5277795"/>
                    <a:pt x="831812" y="5171115"/>
                    <a:pt x="828002" y="5086025"/>
                  </a:cubicBezTo>
                  <a:cubicBezTo>
                    <a:pt x="821652" y="4978075"/>
                    <a:pt x="817842" y="4851075"/>
                    <a:pt x="826732" y="4720265"/>
                  </a:cubicBezTo>
                  <a:cubicBezTo>
                    <a:pt x="835622" y="4566595"/>
                    <a:pt x="862292" y="4301165"/>
                    <a:pt x="891502" y="4226235"/>
                  </a:cubicBezTo>
                  <a:cubicBezTo>
                    <a:pt x="900392" y="4202105"/>
                    <a:pt x="906742" y="4189405"/>
                    <a:pt x="920712" y="4181785"/>
                  </a:cubicBezTo>
                  <a:cubicBezTo>
                    <a:pt x="934682" y="4174165"/>
                    <a:pt x="960082" y="4174165"/>
                    <a:pt x="975322" y="4180515"/>
                  </a:cubicBezTo>
                  <a:cubicBezTo>
                    <a:pt x="989292" y="4188135"/>
                    <a:pt x="1000722" y="4202105"/>
                    <a:pt x="1005802" y="4224965"/>
                  </a:cubicBezTo>
                  <a:cubicBezTo>
                    <a:pt x="1018502" y="4275765"/>
                    <a:pt x="989292" y="4390065"/>
                    <a:pt x="968972" y="4499285"/>
                  </a:cubicBezTo>
                  <a:cubicBezTo>
                    <a:pt x="937222" y="4665655"/>
                    <a:pt x="873722" y="4914575"/>
                    <a:pt x="816572" y="5119045"/>
                  </a:cubicBezTo>
                  <a:cubicBezTo>
                    <a:pt x="759422" y="5324785"/>
                    <a:pt x="688302" y="5633395"/>
                    <a:pt x="626072" y="5731185"/>
                  </a:cubicBezTo>
                  <a:cubicBezTo>
                    <a:pt x="600672" y="5770555"/>
                    <a:pt x="575272" y="5789605"/>
                    <a:pt x="552412" y="5797225"/>
                  </a:cubicBezTo>
                  <a:cubicBezTo>
                    <a:pt x="538442" y="5803575"/>
                    <a:pt x="521932" y="5799765"/>
                    <a:pt x="510502" y="5795955"/>
                  </a:cubicBezTo>
                  <a:cubicBezTo>
                    <a:pt x="501612" y="5792145"/>
                    <a:pt x="493992" y="5787065"/>
                    <a:pt x="487642" y="5779445"/>
                  </a:cubicBezTo>
                  <a:cubicBezTo>
                    <a:pt x="480022" y="5769285"/>
                    <a:pt x="477482" y="5757855"/>
                    <a:pt x="473672" y="5738805"/>
                  </a:cubicBezTo>
                  <a:cubicBezTo>
                    <a:pt x="467322" y="5695625"/>
                    <a:pt x="468592" y="5610535"/>
                    <a:pt x="476212" y="5519095"/>
                  </a:cubicBezTo>
                  <a:cubicBezTo>
                    <a:pt x="488912" y="5366695"/>
                    <a:pt x="540982" y="5091105"/>
                    <a:pt x="577812" y="4910765"/>
                  </a:cubicBezTo>
                  <a:cubicBezTo>
                    <a:pt x="607022" y="4765985"/>
                    <a:pt x="636232" y="4627555"/>
                    <a:pt x="671792" y="4518335"/>
                  </a:cubicBezTo>
                  <a:cubicBezTo>
                    <a:pt x="698462" y="4438325"/>
                    <a:pt x="728942" y="4343075"/>
                    <a:pt x="756882" y="4312595"/>
                  </a:cubicBezTo>
                  <a:cubicBezTo>
                    <a:pt x="769582" y="4299895"/>
                    <a:pt x="782282" y="4296085"/>
                    <a:pt x="793712" y="4293545"/>
                  </a:cubicBezTo>
                  <a:cubicBezTo>
                    <a:pt x="802602" y="4292275"/>
                    <a:pt x="811492" y="4293545"/>
                    <a:pt x="820382" y="4296085"/>
                  </a:cubicBezTo>
                  <a:cubicBezTo>
                    <a:pt x="829272" y="4299895"/>
                    <a:pt x="836892" y="4304975"/>
                    <a:pt x="843242" y="4312595"/>
                  </a:cubicBezTo>
                  <a:cubicBezTo>
                    <a:pt x="850862" y="4321485"/>
                    <a:pt x="853402" y="4329105"/>
                    <a:pt x="857212" y="4349425"/>
                  </a:cubicBezTo>
                  <a:cubicBezTo>
                    <a:pt x="878802" y="4447215"/>
                    <a:pt x="927062" y="4851075"/>
                    <a:pt x="918172" y="5181275"/>
                  </a:cubicBezTo>
                  <a:cubicBezTo>
                    <a:pt x="905472" y="5666415"/>
                    <a:pt x="737832" y="6828465"/>
                    <a:pt x="689572" y="6979595"/>
                  </a:cubicBezTo>
                  <a:cubicBezTo>
                    <a:pt x="681952" y="7003725"/>
                    <a:pt x="679412" y="7008805"/>
                    <a:pt x="669252" y="7017695"/>
                  </a:cubicBezTo>
                  <a:cubicBezTo>
                    <a:pt x="660362" y="7026585"/>
                    <a:pt x="642582" y="7032935"/>
                    <a:pt x="629882" y="7032935"/>
                  </a:cubicBezTo>
                  <a:cubicBezTo>
                    <a:pt x="615912" y="7032935"/>
                    <a:pt x="599402" y="7027855"/>
                    <a:pt x="589242" y="7017695"/>
                  </a:cubicBezTo>
                  <a:cubicBezTo>
                    <a:pt x="579082" y="7006265"/>
                    <a:pt x="572732" y="6993565"/>
                    <a:pt x="570192" y="6965625"/>
                  </a:cubicBezTo>
                  <a:cubicBezTo>
                    <a:pt x="561302" y="6862755"/>
                    <a:pt x="637502" y="6495725"/>
                    <a:pt x="702272" y="6234105"/>
                  </a:cubicBezTo>
                  <a:cubicBezTo>
                    <a:pt x="781012" y="5919145"/>
                    <a:pt x="919442" y="5527985"/>
                    <a:pt x="1027392" y="5211755"/>
                  </a:cubicBezTo>
                  <a:cubicBezTo>
                    <a:pt x="1123912" y="4933625"/>
                    <a:pt x="1255992" y="4558975"/>
                    <a:pt x="1314412" y="4431975"/>
                  </a:cubicBezTo>
                  <a:cubicBezTo>
                    <a:pt x="1333462" y="4390065"/>
                    <a:pt x="1343622" y="4367205"/>
                    <a:pt x="1360132" y="4349425"/>
                  </a:cubicBezTo>
                  <a:cubicBezTo>
                    <a:pt x="1370292" y="4336725"/>
                    <a:pt x="1381722" y="4329105"/>
                    <a:pt x="1394422" y="4325295"/>
                  </a:cubicBezTo>
                  <a:cubicBezTo>
                    <a:pt x="1408392" y="4322755"/>
                    <a:pt x="1424902" y="4324025"/>
                    <a:pt x="1437602" y="4331645"/>
                  </a:cubicBezTo>
                  <a:cubicBezTo>
                    <a:pt x="1450302" y="4339265"/>
                    <a:pt x="1463002" y="4353235"/>
                    <a:pt x="1468082" y="4377365"/>
                  </a:cubicBezTo>
                  <a:cubicBezTo>
                    <a:pt x="1484592" y="4451025"/>
                    <a:pt x="1429982" y="4698675"/>
                    <a:pt x="1398232" y="4849805"/>
                  </a:cubicBezTo>
                  <a:cubicBezTo>
                    <a:pt x="1369022" y="4994585"/>
                    <a:pt x="1336002" y="5116505"/>
                    <a:pt x="1285202" y="5268905"/>
                  </a:cubicBezTo>
                  <a:cubicBezTo>
                    <a:pt x="1220432" y="5461945"/>
                    <a:pt x="1098512" y="5817545"/>
                    <a:pt x="1031202" y="5907715"/>
                  </a:cubicBezTo>
                  <a:cubicBezTo>
                    <a:pt x="1009612" y="5938195"/>
                    <a:pt x="988022" y="5950895"/>
                    <a:pt x="970242" y="5957245"/>
                  </a:cubicBezTo>
                  <a:cubicBezTo>
                    <a:pt x="958812" y="5959785"/>
                    <a:pt x="949922" y="5958515"/>
                    <a:pt x="941032" y="5955975"/>
                  </a:cubicBezTo>
                  <a:cubicBezTo>
                    <a:pt x="929602" y="5950895"/>
                    <a:pt x="915632" y="5945815"/>
                    <a:pt x="906742" y="5929305"/>
                  </a:cubicBezTo>
                  <a:cubicBezTo>
                    <a:pt x="883882" y="5884855"/>
                    <a:pt x="887692" y="5742615"/>
                    <a:pt x="891502" y="5620695"/>
                  </a:cubicBezTo>
                  <a:cubicBezTo>
                    <a:pt x="895312" y="5442895"/>
                    <a:pt x="933412" y="5045385"/>
                    <a:pt x="957542" y="4962835"/>
                  </a:cubicBezTo>
                  <a:cubicBezTo>
                    <a:pt x="963892" y="4942515"/>
                    <a:pt x="966432" y="4934895"/>
                    <a:pt x="976592" y="4927275"/>
                  </a:cubicBezTo>
                  <a:cubicBezTo>
                    <a:pt x="988022" y="4917115"/>
                    <a:pt x="1013422" y="4910765"/>
                    <a:pt x="1028662" y="4913305"/>
                  </a:cubicBezTo>
                  <a:cubicBezTo>
                    <a:pt x="1041362" y="4915845"/>
                    <a:pt x="1055332" y="4926005"/>
                    <a:pt x="1062952" y="4936165"/>
                  </a:cubicBezTo>
                  <a:cubicBezTo>
                    <a:pt x="1069302" y="4946325"/>
                    <a:pt x="1073112" y="4955215"/>
                    <a:pt x="1073112" y="4975535"/>
                  </a:cubicBezTo>
                  <a:cubicBezTo>
                    <a:pt x="1070572" y="5064435"/>
                    <a:pt x="943572" y="5432735"/>
                    <a:pt x="862292" y="5654985"/>
                  </a:cubicBezTo>
                  <a:cubicBezTo>
                    <a:pt x="779742" y="5877235"/>
                    <a:pt x="645122" y="6240455"/>
                    <a:pt x="577812" y="6310305"/>
                  </a:cubicBezTo>
                  <a:cubicBezTo>
                    <a:pt x="558762" y="6329355"/>
                    <a:pt x="543522" y="6334435"/>
                    <a:pt x="528282" y="6334435"/>
                  </a:cubicBezTo>
                  <a:cubicBezTo>
                    <a:pt x="514312" y="6334435"/>
                    <a:pt x="500342" y="6329355"/>
                    <a:pt x="488912" y="6317925"/>
                  </a:cubicBezTo>
                  <a:cubicBezTo>
                    <a:pt x="467322" y="6295065"/>
                    <a:pt x="445732" y="6239185"/>
                    <a:pt x="440652" y="6179495"/>
                  </a:cubicBezTo>
                  <a:cubicBezTo>
                    <a:pt x="433032" y="6077895"/>
                    <a:pt x="474942" y="5901365"/>
                    <a:pt x="510502" y="5756585"/>
                  </a:cubicBezTo>
                  <a:cubicBezTo>
                    <a:pt x="549872" y="5596565"/>
                    <a:pt x="641312" y="5317165"/>
                    <a:pt x="674332" y="5263825"/>
                  </a:cubicBezTo>
                  <a:cubicBezTo>
                    <a:pt x="681952" y="5251125"/>
                    <a:pt x="684492" y="5248585"/>
                    <a:pt x="693382" y="5243505"/>
                  </a:cubicBezTo>
                  <a:cubicBezTo>
                    <a:pt x="703542" y="5238425"/>
                    <a:pt x="721322" y="5233345"/>
                    <a:pt x="734022" y="5235885"/>
                  </a:cubicBezTo>
                  <a:cubicBezTo>
                    <a:pt x="746722" y="5238425"/>
                    <a:pt x="760692" y="5247315"/>
                    <a:pt x="769582" y="5257475"/>
                  </a:cubicBezTo>
                  <a:cubicBezTo>
                    <a:pt x="777202" y="5266365"/>
                    <a:pt x="779742" y="5275255"/>
                    <a:pt x="782282" y="5295575"/>
                  </a:cubicBezTo>
                  <a:cubicBezTo>
                    <a:pt x="789902" y="5366695"/>
                    <a:pt x="765772" y="5614345"/>
                    <a:pt x="734022" y="5780715"/>
                  </a:cubicBezTo>
                  <a:cubicBezTo>
                    <a:pt x="699732" y="5964865"/>
                    <a:pt x="620992" y="6222675"/>
                    <a:pt x="574002" y="6350945"/>
                  </a:cubicBezTo>
                  <a:cubicBezTo>
                    <a:pt x="549872" y="6418255"/>
                    <a:pt x="506692" y="6500805"/>
                    <a:pt x="506692" y="6500805"/>
                  </a:cubicBezTo>
                  <a:cubicBezTo>
                    <a:pt x="507962" y="6500805"/>
                    <a:pt x="516852" y="6483025"/>
                    <a:pt x="515582" y="6481755"/>
                  </a:cubicBezTo>
                  <a:cubicBezTo>
                    <a:pt x="514312" y="6480485"/>
                    <a:pt x="490182" y="6516045"/>
                    <a:pt x="474942" y="6521125"/>
                  </a:cubicBezTo>
                  <a:cubicBezTo>
                    <a:pt x="462242" y="6526205"/>
                    <a:pt x="444462" y="6523665"/>
                    <a:pt x="433032" y="6517315"/>
                  </a:cubicBezTo>
                  <a:cubicBezTo>
                    <a:pt x="420332" y="6512235"/>
                    <a:pt x="408902" y="6498265"/>
                    <a:pt x="402552" y="6486835"/>
                  </a:cubicBezTo>
                  <a:cubicBezTo>
                    <a:pt x="398742" y="6477945"/>
                    <a:pt x="397472" y="6474135"/>
                    <a:pt x="398742" y="6458895"/>
                  </a:cubicBezTo>
                  <a:cubicBezTo>
                    <a:pt x="405092" y="6380155"/>
                    <a:pt x="558762" y="5966135"/>
                    <a:pt x="629882" y="5756585"/>
                  </a:cubicBezTo>
                  <a:cubicBezTo>
                    <a:pt x="689572" y="5586405"/>
                    <a:pt x="745452" y="5418765"/>
                    <a:pt x="794982" y="5295575"/>
                  </a:cubicBezTo>
                  <a:cubicBezTo>
                    <a:pt x="829272" y="5211755"/>
                    <a:pt x="861022" y="5121585"/>
                    <a:pt x="887692" y="5087295"/>
                  </a:cubicBezTo>
                  <a:cubicBezTo>
                    <a:pt x="900392" y="5073325"/>
                    <a:pt x="910552" y="5068245"/>
                    <a:pt x="921982" y="5064435"/>
                  </a:cubicBezTo>
                  <a:cubicBezTo>
                    <a:pt x="930872" y="5060625"/>
                    <a:pt x="941032" y="5061895"/>
                    <a:pt x="949922" y="5063165"/>
                  </a:cubicBezTo>
                  <a:cubicBezTo>
                    <a:pt x="958812" y="5065705"/>
                    <a:pt x="967702" y="5069515"/>
                    <a:pt x="974052" y="5075865"/>
                  </a:cubicBezTo>
                  <a:cubicBezTo>
                    <a:pt x="982942" y="5083485"/>
                    <a:pt x="990562" y="5092375"/>
                    <a:pt x="994372" y="5111425"/>
                  </a:cubicBezTo>
                  <a:cubicBezTo>
                    <a:pt x="1004532" y="5169845"/>
                    <a:pt x="975322" y="5345105"/>
                    <a:pt x="947382" y="5480995"/>
                  </a:cubicBezTo>
                  <a:cubicBezTo>
                    <a:pt x="910552" y="5657525"/>
                    <a:pt x="828002" y="5902635"/>
                    <a:pt x="773392" y="6076625"/>
                  </a:cubicBezTo>
                  <a:cubicBezTo>
                    <a:pt x="730212" y="6215055"/>
                    <a:pt x="692112" y="6348405"/>
                    <a:pt x="648932" y="6446195"/>
                  </a:cubicBezTo>
                  <a:cubicBezTo>
                    <a:pt x="619722" y="6514775"/>
                    <a:pt x="582892" y="6584625"/>
                    <a:pt x="557492" y="6613835"/>
                  </a:cubicBezTo>
                  <a:cubicBezTo>
                    <a:pt x="546062" y="6627805"/>
                    <a:pt x="537172" y="6635425"/>
                    <a:pt x="524472" y="6639235"/>
                  </a:cubicBezTo>
                  <a:cubicBezTo>
                    <a:pt x="513042" y="6643045"/>
                    <a:pt x="495262" y="6640505"/>
                    <a:pt x="483832" y="6635425"/>
                  </a:cubicBezTo>
                  <a:cubicBezTo>
                    <a:pt x="474942" y="6631615"/>
                    <a:pt x="468592" y="6626535"/>
                    <a:pt x="463512" y="6617645"/>
                  </a:cubicBezTo>
                  <a:cubicBezTo>
                    <a:pt x="455892" y="6606215"/>
                    <a:pt x="460972" y="6583355"/>
                    <a:pt x="454622" y="6565575"/>
                  </a:cubicBezTo>
                  <a:cubicBezTo>
                    <a:pt x="447002" y="6543985"/>
                    <a:pt x="422872" y="6533825"/>
                    <a:pt x="416522" y="6498265"/>
                  </a:cubicBezTo>
                  <a:cubicBezTo>
                    <a:pt x="396202" y="6386505"/>
                    <a:pt x="467322" y="6025825"/>
                    <a:pt x="533362" y="5773095"/>
                  </a:cubicBezTo>
                  <a:cubicBezTo>
                    <a:pt x="609562" y="5483535"/>
                    <a:pt x="761962" y="5127935"/>
                    <a:pt x="872452" y="4861235"/>
                  </a:cubicBezTo>
                  <a:cubicBezTo>
                    <a:pt x="961352" y="4646605"/>
                    <a:pt x="1052792" y="4453565"/>
                    <a:pt x="1135342" y="4289735"/>
                  </a:cubicBezTo>
                  <a:cubicBezTo>
                    <a:pt x="1198842" y="4164005"/>
                    <a:pt x="1262342" y="4048435"/>
                    <a:pt x="1314412" y="3960805"/>
                  </a:cubicBezTo>
                  <a:cubicBezTo>
                    <a:pt x="1351242" y="3901115"/>
                    <a:pt x="1391882" y="3835075"/>
                    <a:pt x="1416012" y="3810945"/>
                  </a:cubicBezTo>
                  <a:cubicBezTo>
                    <a:pt x="1424902" y="3802055"/>
                    <a:pt x="1429982" y="3799515"/>
                    <a:pt x="1438872" y="3795705"/>
                  </a:cubicBezTo>
                  <a:cubicBezTo>
                    <a:pt x="1450302" y="3793165"/>
                    <a:pt x="1468082" y="3793165"/>
                    <a:pt x="1479512" y="3796975"/>
                  </a:cubicBezTo>
                  <a:cubicBezTo>
                    <a:pt x="1488402" y="3799515"/>
                    <a:pt x="1496022" y="3805865"/>
                    <a:pt x="1502372" y="3813485"/>
                  </a:cubicBezTo>
                  <a:cubicBezTo>
                    <a:pt x="1508722" y="3822375"/>
                    <a:pt x="1516342" y="3831265"/>
                    <a:pt x="1516342" y="3851585"/>
                  </a:cubicBezTo>
                  <a:cubicBezTo>
                    <a:pt x="1511262" y="3931595"/>
                    <a:pt x="1315682" y="4279575"/>
                    <a:pt x="1229322" y="4438325"/>
                  </a:cubicBezTo>
                  <a:cubicBezTo>
                    <a:pt x="1168362" y="4550085"/>
                    <a:pt x="1116292" y="4637715"/>
                    <a:pt x="1057872" y="4716455"/>
                  </a:cubicBezTo>
                  <a:cubicBezTo>
                    <a:pt x="1009612" y="4781225"/>
                    <a:pt x="965162" y="4861235"/>
                    <a:pt x="911822" y="4881555"/>
                  </a:cubicBezTo>
                  <a:cubicBezTo>
                    <a:pt x="869912" y="4896795"/>
                    <a:pt x="810222" y="4889175"/>
                    <a:pt x="778472" y="4863775"/>
                  </a:cubicBezTo>
                  <a:cubicBezTo>
                    <a:pt x="740372" y="4834565"/>
                    <a:pt x="728942" y="4760905"/>
                    <a:pt x="714972" y="4696135"/>
                  </a:cubicBezTo>
                  <a:cubicBezTo>
                    <a:pt x="694652" y="4612315"/>
                    <a:pt x="675602" y="4439595"/>
                    <a:pt x="687032" y="4395145"/>
                  </a:cubicBezTo>
                  <a:cubicBezTo>
                    <a:pt x="690842" y="4382445"/>
                    <a:pt x="694652" y="4377365"/>
                    <a:pt x="703542" y="4371015"/>
                  </a:cubicBezTo>
                  <a:cubicBezTo>
                    <a:pt x="712432" y="4363395"/>
                    <a:pt x="730212" y="4355775"/>
                    <a:pt x="742912" y="4355775"/>
                  </a:cubicBezTo>
                  <a:cubicBezTo>
                    <a:pt x="756882" y="4355775"/>
                    <a:pt x="773392" y="4362125"/>
                    <a:pt x="783552" y="4371015"/>
                  </a:cubicBezTo>
                  <a:cubicBezTo>
                    <a:pt x="793712" y="4379905"/>
                    <a:pt x="801332" y="4391335"/>
                    <a:pt x="803872" y="4409115"/>
                  </a:cubicBezTo>
                  <a:cubicBezTo>
                    <a:pt x="808952" y="4443405"/>
                    <a:pt x="784822" y="4538655"/>
                    <a:pt x="764502" y="4572945"/>
                  </a:cubicBezTo>
                  <a:cubicBezTo>
                    <a:pt x="751802" y="4591995"/>
                    <a:pt x="737832" y="4607235"/>
                    <a:pt x="721322" y="4612315"/>
                  </a:cubicBezTo>
                  <a:cubicBezTo>
                    <a:pt x="704812" y="4616125"/>
                    <a:pt x="678142" y="4609775"/>
                    <a:pt x="664172" y="4599615"/>
                  </a:cubicBezTo>
                  <a:cubicBezTo>
                    <a:pt x="651472" y="4588185"/>
                    <a:pt x="637502" y="4566595"/>
                    <a:pt x="642582" y="4545005"/>
                  </a:cubicBezTo>
                  <a:cubicBezTo>
                    <a:pt x="656552" y="4494205"/>
                    <a:pt x="891502" y="4322755"/>
                    <a:pt x="901662" y="4330375"/>
                  </a:cubicBezTo>
                  <a:cubicBezTo>
                    <a:pt x="904202" y="4332915"/>
                    <a:pt x="891502" y="4359585"/>
                    <a:pt x="882612" y="4368475"/>
                  </a:cubicBezTo>
                  <a:cubicBezTo>
                    <a:pt x="872452" y="4377365"/>
                    <a:pt x="855942" y="4384985"/>
                    <a:pt x="843242" y="4384985"/>
                  </a:cubicBezTo>
                  <a:cubicBezTo>
                    <a:pt x="826732" y="4383715"/>
                    <a:pt x="802602" y="4372285"/>
                    <a:pt x="792442" y="4359585"/>
                  </a:cubicBezTo>
                  <a:cubicBezTo>
                    <a:pt x="783552" y="4349425"/>
                    <a:pt x="774662" y="4325295"/>
                    <a:pt x="782282" y="4318945"/>
                  </a:cubicBezTo>
                  <a:cubicBezTo>
                    <a:pt x="796252" y="4304975"/>
                    <a:pt x="951192" y="4345615"/>
                    <a:pt x="962622" y="4369745"/>
                  </a:cubicBezTo>
                  <a:cubicBezTo>
                    <a:pt x="967702" y="4381175"/>
                    <a:pt x="952462" y="4400225"/>
                    <a:pt x="942302" y="4409115"/>
                  </a:cubicBezTo>
                  <a:cubicBezTo>
                    <a:pt x="932142" y="4419275"/>
                    <a:pt x="914362" y="4425625"/>
                    <a:pt x="900392" y="4425625"/>
                  </a:cubicBezTo>
                  <a:cubicBezTo>
                    <a:pt x="886422" y="4426895"/>
                    <a:pt x="868642" y="4420545"/>
                    <a:pt x="858482" y="4411655"/>
                  </a:cubicBezTo>
                  <a:cubicBezTo>
                    <a:pt x="847052" y="4398955"/>
                    <a:pt x="829272" y="4372285"/>
                    <a:pt x="836892" y="4357045"/>
                  </a:cubicBezTo>
                  <a:cubicBezTo>
                    <a:pt x="848322" y="4331645"/>
                    <a:pt x="977862" y="4291005"/>
                    <a:pt x="986752" y="4301165"/>
                  </a:cubicBezTo>
                  <a:cubicBezTo>
                    <a:pt x="991832" y="4306245"/>
                    <a:pt x="977862" y="4331645"/>
                    <a:pt x="966432" y="4341805"/>
                  </a:cubicBezTo>
                  <a:cubicBezTo>
                    <a:pt x="953732" y="4351965"/>
                    <a:pt x="927062" y="4359585"/>
                    <a:pt x="910552" y="4357045"/>
                  </a:cubicBezTo>
                  <a:cubicBezTo>
                    <a:pt x="895312" y="4354505"/>
                    <a:pt x="881342" y="4343075"/>
                    <a:pt x="872452" y="4331645"/>
                  </a:cubicBezTo>
                  <a:cubicBezTo>
                    <a:pt x="864832" y="4320215"/>
                    <a:pt x="854672" y="4296085"/>
                    <a:pt x="861022" y="4288465"/>
                  </a:cubicBezTo>
                  <a:cubicBezTo>
                    <a:pt x="872452" y="4275765"/>
                    <a:pt x="967702" y="4274495"/>
                    <a:pt x="989292" y="4306245"/>
                  </a:cubicBezTo>
                  <a:cubicBezTo>
                    <a:pt x="1031202" y="4371015"/>
                    <a:pt x="857212" y="4819325"/>
                    <a:pt x="844512" y="4819325"/>
                  </a:cubicBezTo>
                  <a:cubicBezTo>
                    <a:pt x="843242" y="4819325"/>
                    <a:pt x="844512" y="4807895"/>
                    <a:pt x="841972" y="4807895"/>
                  </a:cubicBezTo>
                  <a:cubicBezTo>
                    <a:pt x="838162" y="4807895"/>
                    <a:pt x="829272" y="4837105"/>
                    <a:pt x="817842" y="4843455"/>
                  </a:cubicBezTo>
                  <a:cubicBezTo>
                    <a:pt x="803872" y="4852345"/>
                    <a:pt x="777202" y="4857425"/>
                    <a:pt x="761962" y="4851075"/>
                  </a:cubicBezTo>
                  <a:cubicBezTo>
                    <a:pt x="746722" y="4845995"/>
                    <a:pt x="732752" y="4832025"/>
                    <a:pt x="723862" y="4809165"/>
                  </a:cubicBezTo>
                  <a:cubicBezTo>
                    <a:pt x="703542" y="4754555"/>
                    <a:pt x="722592" y="4589455"/>
                    <a:pt x="731482" y="4494205"/>
                  </a:cubicBezTo>
                  <a:cubicBezTo>
                    <a:pt x="739102" y="4412925"/>
                    <a:pt x="754342" y="4332915"/>
                    <a:pt x="769582" y="4274495"/>
                  </a:cubicBezTo>
                  <a:cubicBezTo>
                    <a:pt x="779742" y="4232585"/>
                    <a:pt x="789902" y="4193215"/>
                    <a:pt x="803872" y="4170355"/>
                  </a:cubicBezTo>
                  <a:cubicBezTo>
                    <a:pt x="812762" y="4155115"/>
                    <a:pt x="822922" y="4144955"/>
                    <a:pt x="834352" y="4139875"/>
                  </a:cubicBezTo>
                  <a:cubicBezTo>
                    <a:pt x="843242" y="4134795"/>
                    <a:pt x="853402" y="4132255"/>
                    <a:pt x="862292" y="4133525"/>
                  </a:cubicBezTo>
                  <a:cubicBezTo>
                    <a:pt x="874992" y="4134795"/>
                    <a:pt x="892772" y="4143685"/>
                    <a:pt x="901662" y="4151305"/>
                  </a:cubicBezTo>
                  <a:cubicBezTo>
                    <a:pt x="909282" y="4157655"/>
                    <a:pt x="913092" y="4160195"/>
                    <a:pt x="916902" y="4175435"/>
                  </a:cubicBezTo>
                  <a:cubicBezTo>
                    <a:pt x="944842" y="4265605"/>
                    <a:pt x="985482" y="5063165"/>
                    <a:pt x="970242" y="5173655"/>
                  </a:cubicBezTo>
                  <a:cubicBezTo>
                    <a:pt x="966432" y="5196515"/>
                    <a:pt x="963892" y="5204135"/>
                    <a:pt x="956272" y="5214295"/>
                  </a:cubicBezTo>
                  <a:cubicBezTo>
                    <a:pt x="949922" y="5223185"/>
                    <a:pt x="942302" y="5228265"/>
                    <a:pt x="933412" y="5232075"/>
                  </a:cubicBezTo>
                  <a:cubicBezTo>
                    <a:pt x="921982" y="5235885"/>
                    <a:pt x="902932" y="5237155"/>
                    <a:pt x="890232" y="5233345"/>
                  </a:cubicBezTo>
                  <a:cubicBezTo>
                    <a:pt x="877532" y="5228265"/>
                    <a:pt x="864832" y="5220645"/>
                    <a:pt x="857212" y="5205405"/>
                  </a:cubicBezTo>
                  <a:cubicBezTo>
                    <a:pt x="843242" y="5177465"/>
                    <a:pt x="847052" y="5127935"/>
                    <a:pt x="850862" y="5059355"/>
                  </a:cubicBezTo>
                  <a:cubicBezTo>
                    <a:pt x="861022" y="4900605"/>
                    <a:pt x="949922" y="4388795"/>
                    <a:pt x="984212" y="4270685"/>
                  </a:cubicBezTo>
                  <a:cubicBezTo>
                    <a:pt x="994372" y="4233855"/>
                    <a:pt x="1000722" y="4218615"/>
                    <a:pt x="1013422" y="4200835"/>
                  </a:cubicBezTo>
                  <a:cubicBezTo>
                    <a:pt x="1022312" y="4188135"/>
                    <a:pt x="1031202" y="4175435"/>
                    <a:pt x="1043902" y="4170355"/>
                  </a:cubicBezTo>
                  <a:cubicBezTo>
                    <a:pt x="1059142" y="4165275"/>
                    <a:pt x="1085812" y="4166545"/>
                    <a:pt x="1101052" y="4175435"/>
                  </a:cubicBezTo>
                  <a:cubicBezTo>
                    <a:pt x="1115022" y="4183055"/>
                    <a:pt x="1123912" y="4195755"/>
                    <a:pt x="1130262" y="4223695"/>
                  </a:cubicBezTo>
                  <a:cubicBezTo>
                    <a:pt x="1151852" y="4331645"/>
                    <a:pt x="1051522" y="4881555"/>
                    <a:pt x="1012152" y="5072055"/>
                  </a:cubicBezTo>
                  <a:cubicBezTo>
                    <a:pt x="993102" y="5172385"/>
                    <a:pt x="979132" y="5277795"/>
                    <a:pt x="952462" y="5296845"/>
                  </a:cubicBezTo>
                  <a:cubicBezTo>
                    <a:pt x="943572" y="5303195"/>
                    <a:pt x="932142" y="5290495"/>
                    <a:pt x="921982" y="5295575"/>
                  </a:cubicBezTo>
                  <a:cubicBezTo>
                    <a:pt x="909282" y="5300655"/>
                    <a:pt x="900392" y="5331135"/>
                    <a:pt x="886422" y="5338755"/>
                  </a:cubicBezTo>
                  <a:cubicBezTo>
                    <a:pt x="873722" y="5345105"/>
                    <a:pt x="855942" y="5343835"/>
                    <a:pt x="844512" y="5340025"/>
                  </a:cubicBezTo>
                  <a:cubicBezTo>
                    <a:pt x="834352" y="5337485"/>
                    <a:pt x="826732" y="5332405"/>
                    <a:pt x="819112" y="5324785"/>
                  </a:cubicBezTo>
                  <a:cubicBezTo>
                    <a:pt x="811492" y="5315895"/>
                    <a:pt x="807682" y="5305735"/>
                    <a:pt x="802602" y="5285415"/>
                  </a:cubicBezTo>
                  <a:cubicBezTo>
                    <a:pt x="788632" y="5224455"/>
                    <a:pt x="779742" y="5044115"/>
                    <a:pt x="783552" y="4908225"/>
                  </a:cubicBezTo>
                  <a:cubicBezTo>
                    <a:pt x="788632" y="4743125"/>
                    <a:pt x="821652" y="4511985"/>
                    <a:pt x="841972" y="4368475"/>
                  </a:cubicBezTo>
                  <a:cubicBezTo>
                    <a:pt x="855942" y="4269415"/>
                    <a:pt x="871182" y="4177975"/>
                    <a:pt x="883882" y="4122095"/>
                  </a:cubicBezTo>
                  <a:cubicBezTo>
                    <a:pt x="891502" y="4092885"/>
                    <a:pt x="894042" y="4072565"/>
                    <a:pt x="902932" y="4054785"/>
                  </a:cubicBezTo>
                  <a:cubicBezTo>
                    <a:pt x="911822" y="4042085"/>
                    <a:pt x="920712" y="4030655"/>
                    <a:pt x="933412" y="4025575"/>
                  </a:cubicBezTo>
                  <a:cubicBezTo>
                    <a:pt x="944842" y="4019225"/>
                    <a:pt x="962622" y="4016685"/>
                    <a:pt x="975322" y="4021765"/>
                  </a:cubicBezTo>
                  <a:cubicBezTo>
                    <a:pt x="990562" y="4026845"/>
                    <a:pt x="1005802" y="4037005"/>
                    <a:pt x="1014692" y="4061135"/>
                  </a:cubicBezTo>
                  <a:cubicBezTo>
                    <a:pt x="1043902" y="4134795"/>
                    <a:pt x="1007072" y="4407845"/>
                    <a:pt x="989292" y="4597075"/>
                  </a:cubicBezTo>
                  <a:cubicBezTo>
                    <a:pt x="968972" y="4814245"/>
                    <a:pt x="923252" y="5106345"/>
                    <a:pt x="894042" y="5291765"/>
                  </a:cubicBezTo>
                  <a:cubicBezTo>
                    <a:pt x="873722" y="5416225"/>
                    <a:pt x="854672" y="5549575"/>
                    <a:pt x="836892" y="5601645"/>
                  </a:cubicBezTo>
                  <a:cubicBezTo>
                    <a:pt x="830542" y="5619425"/>
                    <a:pt x="825462" y="5629585"/>
                    <a:pt x="817842" y="5637205"/>
                  </a:cubicBezTo>
                  <a:cubicBezTo>
                    <a:pt x="810222" y="5643555"/>
                    <a:pt x="802602" y="5648635"/>
                    <a:pt x="792442" y="5649905"/>
                  </a:cubicBezTo>
                  <a:cubicBezTo>
                    <a:pt x="778472" y="5651175"/>
                    <a:pt x="753072" y="5646095"/>
                    <a:pt x="741642" y="5635935"/>
                  </a:cubicBezTo>
                  <a:cubicBezTo>
                    <a:pt x="730212" y="5625775"/>
                    <a:pt x="725132" y="5610535"/>
                    <a:pt x="723862" y="5586405"/>
                  </a:cubicBezTo>
                  <a:cubicBezTo>
                    <a:pt x="718782" y="5525445"/>
                    <a:pt x="755612" y="5390825"/>
                    <a:pt x="783552" y="5261285"/>
                  </a:cubicBezTo>
                  <a:cubicBezTo>
                    <a:pt x="825462" y="5063165"/>
                    <a:pt x="894042" y="4764715"/>
                    <a:pt x="960082" y="4517065"/>
                  </a:cubicBezTo>
                  <a:cubicBezTo>
                    <a:pt x="1027392" y="4266875"/>
                    <a:pt x="1134072" y="3880795"/>
                    <a:pt x="1181062" y="3766495"/>
                  </a:cubicBezTo>
                  <a:cubicBezTo>
                    <a:pt x="1196302" y="3730935"/>
                    <a:pt x="1203922" y="3715695"/>
                    <a:pt x="1217892" y="3699185"/>
                  </a:cubicBezTo>
                  <a:cubicBezTo>
                    <a:pt x="1228052" y="3686485"/>
                    <a:pt x="1238212" y="3676325"/>
                    <a:pt x="1250912" y="3672515"/>
                  </a:cubicBezTo>
                  <a:cubicBezTo>
                    <a:pt x="1263612" y="3668705"/>
                    <a:pt x="1281392" y="3668705"/>
                    <a:pt x="1292822" y="3675055"/>
                  </a:cubicBezTo>
                  <a:cubicBezTo>
                    <a:pt x="1306792" y="3682675"/>
                    <a:pt x="1323302" y="3705535"/>
                    <a:pt x="1327112" y="3719505"/>
                  </a:cubicBezTo>
                  <a:cubicBezTo>
                    <a:pt x="1330922" y="3729665"/>
                    <a:pt x="1329652" y="3733475"/>
                    <a:pt x="1325842" y="3747445"/>
                  </a:cubicBezTo>
                  <a:cubicBezTo>
                    <a:pt x="1311872" y="3795705"/>
                    <a:pt x="1219162" y="3944295"/>
                    <a:pt x="1164552" y="4052245"/>
                  </a:cubicBezTo>
                  <a:cubicBezTo>
                    <a:pt x="1104862" y="4174165"/>
                    <a:pt x="1038822" y="4335455"/>
                    <a:pt x="982942" y="4444675"/>
                  </a:cubicBezTo>
                  <a:cubicBezTo>
                    <a:pt x="942302" y="4524685"/>
                    <a:pt x="909282" y="4595805"/>
                    <a:pt x="869912" y="4650415"/>
                  </a:cubicBezTo>
                  <a:cubicBezTo>
                    <a:pt x="839432" y="4691055"/>
                    <a:pt x="802602" y="4735505"/>
                    <a:pt x="775932" y="4746935"/>
                  </a:cubicBezTo>
                  <a:cubicBezTo>
                    <a:pt x="760692" y="4753285"/>
                    <a:pt x="745452" y="4750745"/>
                    <a:pt x="734022" y="4745665"/>
                  </a:cubicBezTo>
                  <a:cubicBezTo>
                    <a:pt x="721322" y="4740585"/>
                    <a:pt x="711162" y="4734235"/>
                    <a:pt x="702272" y="4717725"/>
                  </a:cubicBezTo>
                  <a:cubicBezTo>
                    <a:pt x="683222" y="4679625"/>
                    <a:pt x="671792" y="4571675"/>
                    <a:pt x="671792" y="4491665"/>
                  </a:cubicBezTo>
                  <a:cubicBezTo>
                    <a:pt x="671792" y="4401495"/>
                    <a:pt x="690842" y="4306245"/>
                    <a:pt x="711162" y="4204645"/>
                  </a:cubicBezTo>
                  <a:cubicBezTo>
                    <a:pt x="734022" y="4083995"/>
                    <a:pt x="773392" y="3871905"/>
                    <a:pt x="812762" y="3817295"/>
                  </a:cubicBezTo>
                  <a:cubicBezTo>
                    <a:pt x="826732" y="3798245"/>
                    <a:pt x="843242" y="3790625"/>
                    <a:pt x="858482" y="3788085"/>
                  </a:cubicBezTo>
                  <a:cubicBezTo>
                    <a:pt x="871182" y="3786815"/>
                    <a:pt x="887692" y="3793165"/>
                    <a:pt x="897852" y="3799515"/>
                  </a:cubicBezTo>
                  <a:cubicBezTo>
                    <a:pt x="905472" y="3804595"/>
                    <a:pt x="911822" y="3812215"/>
                    <a:pt x="915632" y="3821105"/>
                  </a:cubicBezTo>
                  <a:cubicBezTo>
                    <a:pt x="919442" y="3832535"/>
                    <a:pt x="921982" y="3847775"/>
                    <a:pt x="918172" y="3863015"/>
                  </a:cubicBezTo>
                  <a:cubicBezTo>
                    <a:pt x="914362" y="3884605"/>
                    <a:pt x="896582" y="3910005"/>
                    <a:pt x="874992" y="3939215"/>
                  </a:cubicBezTo>
                  <a:cubicBezTo>
                    <a:pt x="840702" y="3986205"/>
                    <a:pt x="769582" y="4066215"/>
                    <a:pt x="723862" y="4110665"/>
                  </a:cubicBezTo>
                  <a:cubicBezTo>
                    <a:pt x="690842" y="4142415"/>
                    <a:pt x="665442" y="4162735"/>
                    <a:pt x="632422" y="4184325"/>
                  </a:cubicBezTo>
                  <a:cubicBezTo>
                    <a:pt x="599402" y="4207185"/>
                    <a:pt x="549872" y="4235125"/>
                    <a:pt x="523202" y="4242745"/>
                  </a:cubicBezTo>
                  <a:cubicBezTo>
                    <a:pt x="509232" y="4246555"/>
                    <a:pt x="501612" y="4249095"/>
                    <a:pt x="490182" y="4245285"/>
                  </a:cubicBezTo>
                  <a:cubicBezTo>
                    <a:pt x="474942" y="4240205"/>
                    <a:pt x="448272" y="4221155"/>
                    <a:pt x="439382" y="4205915"/>
                  </a:cubicBezTo>
                  <a:cubicBezTo>
                    <a:pt x="433032" y="4191945"/>
                    <a:pt x="431762" y="4171625"/>
                    <a:pt x="436842" y="4156385"/>
                  </a:cubicBezTo>
                  <a:cubicBezTo>
                    <a:pt x="441922" y="4142415"/>
                    <a:pt x="455892" y="4136065"/>
                    <a:pt x="467322" y="4118285"/>
                  </a:cubicBezTo>
                  <a:cubicBezTo>
                    <a:pt x="487642" y="4082725"/>
                    <a:pt x="502882" y="4001445"/>
                    <a:pt x="535902" y="3954455"/>
                  </a:cubicBezTo>
                  <a:cubicBezTo>
                    <a:pt x="568922" y="3908735"/>
                    <a:pt x="618452" y="3870635"/>
                    <a:pt x="664172" y="3840155"/>
                  </a:cubicBezTo>
                  <a:cubicBezTo>
                    <a:pt x="707352" y="3810945"/>
                    <a:pt x="772122" y="3763955"/>
                    <a:pt x="805142" y="3774115"/>
                  </a:cubicBezTo>
                  <a:cubicBezTo>
                    <a:pt x="831812" y="3781735"/>
                    <a:pt x="857212" y="3828725"/>
                    <a:pt x="859752" y="3859205"/>
                  </a:cubicBezTo>
                  <a:cubicBezTo>
                    <a:pt x="863562" y="3889685"/>
                    <a:pt x="844512" y="3922705"/>
                    <a:pt x="826732" y="3955725"/>
                  </a:cubicBezTo>
                  <a:cubicBezTo>
                    <a:pt x="806412" y="3995095"/>
                    <a:pt x="764502" y="4033195"/>
                    <a:pt x="736562" y="4080185"/>
                  </a:cubicBezTo>
                  <a:cubicBezTo>
                    <a:pt x="703542" y="4133525"/>
                    <a:pt x="676872" y="4219885"/>
                    <a:pt x="647662" y="4259255"/>
                  </a:cubicBezTo>
                  <a:cubicBezTo>
                    <a:pt x="629882" y="4284655"/>
                    <a:pt x="613372" y="4301165"/>
                    <a:pt x="594322" y="4311325"/>
                  </a:cubicBezTo>
                  <a:cubicBezTo>
                    <a:pt x="579082" y="4318945"/>
                    <a:pt x="561302" y="4324025"/>
                    <a:pt x="546062" y="4320215"/>
                  </a:cubicBezTo>
                  <a:cubicBezTo>
                    <a:pt x="529552" y="4316405"/>
                    <a:pt x="504152" y="4297355"/>
                    <a:pt x="496532" y="4282115"/>
                  </a:cubicBezTo>
                  <a:cubicBezTo>
                    <a:pt x="488912" y="4268145"/>
                    <a:pt x="488912" y="4255445"/>
                    <a:pt x="492722" y="4233855"/>
                  </a:cubicBezTo>
                  <a:cubicBezTo>
                    <a:pt x="500342" y="4188135"/>
                    <a:pt x="547332" y="4080185"/>
                    <a:pt x="577812" y="4026845"/>
                  </a:cubicBezTo>
                  <a:cubicBezTo>
                    <a:pt x="598132" y="3990015"/>
                    <a:pt x="617182" y="3955725"/>
                    <a:pt x="640042" y="3940485"/>
                  </a:cubicBezTo>
                  <a:cubicBezTo>
                    <a:pt x="655282" y="3931595"/>
                    <a:pt x="673062" y="3927785"/>
                    <a:pt x="687032" y="3930325"/>
                  </a:cubicBezTo>
                  <a:cubicBezTo>
                    <a:pt x="702272" y="3932865"/>
                    <a:pt x="720052" y="3944295"/>
                    <a:pt x="730212" y="3954455"/>
                  </a:cubicBezTo>
                  <a:cubicBezTo>
                    <a:pt x="737832" y="3962075"/>
                    <a:pt x="742912" y="3972235"/>
                    <a:pt x="744182" y="3983665"/>
                  </a:cubicBezTo>
                  <a:cubicBezTo>
                    <a:pt x="746722" y="3997635"/>
                    <a:pt x="736562" y="4031925"/>
                    <a:pt x="737832" y="4031925"/>
                  </a:cubicBezTo>
                  <a:cubicBezTo>
                    <a:pt x="737832" y="4031925"/>
                    <a:pt x="739102" y="4009065"/>
                    <a:pt x="741642" y="4009065"/>
                  </a:cubicBezTo>
                  <a:cubicBezTo>
                    <a:pt x="745452" y="4009065"/>
                    <a:pt x="753072" y="4028115"/>
                    <a:pt x="754342" y="4039545"/>
                  </a:cubicBezTo>
                  <a:cubicBezTo>
                    <a:pt x="755612" y="4053515"/>
                    <a:pt x="753072" y="4075105"/>
                    <a:pt x="744182" y="4087805"/>
                  </a:cubicBezTo>
                  <a:cubicBezTo>
                    <a:pt x="732752" y="4101775"/>
                    <a:pt x="707352" y="4118285"/>
                    <a:pt x="688302" y="4119555"/>
                  </a:cubicBezTo>
                  <a:cubicBezTo>
                    <a:pt x="669252" y="4119555"/>
                    <a:pt x="641312" y="4110665"/>
                    <a:pt x="629882" y="4090345"/>
                  </a:cubicBezTo>
                  <a:cubicBezTo>
                    <a:pt x="607022" y="4049705"/>
                    <a:pt x="629882" y="3892225"/>
                    <a:pt x="652742" y="3841425"/>
                  </a:cubicBezTo>
                  <a:cubicBezTo>
                    <a:pt x="664172" y="3812215"/>
                    <a:pt x="685762" y="3793165"/>
                    <a:pt x="702272" y="3784275"/>
                  </a:cubicBezTo>
                  <a:cubicBezTo>
                    <a:pt x="712432" y="3777925"/>
                    <a:pt x="722592" y="3777925"/>
                    <a:pt x="734022" y="3779195"/>
                  </a:cubicBezTo>
                  <a:cubicBezTo>
                    <a:pt x="746722" y="3781735"/>
                    <a:pt x="765772" y="3788085"/>
                    <a:pt x="775932" y="3799515"/>
                  </a:cubicBezTo>
                  <a:cubicBezTo>
                    <a:pt x="787362" y="3813485"/>
                    <a:pt x="793712" y="3829995"/>
                    <a:pt x="793712" y="3860475"/>
                  </a:cubicBezTo>
                  <a:cubicBezTo>
                    <a:pt x="791172" y="3949375"/>
                    <a:pt x="660362" y="4318945"/>
                    <a:pt x="619722" y="4391335"/>
                  </a:cubicBezTo>
                  <a:cubicBezTo>
                    <a:pt x="608292" y="4412925"/>
                    <a:pt x="601942" y="4419275"/>
                    <a:pt x="589242" y="4428165"/>
                  </a:cubicBezTo>
                  <a:cubicBezTo>
                    <a:pt x="576542" y="4435785"/>
                    <a:pt x="561302" y="4443405"/>
                    <a:pt x="547332" y="4443405"/>
                  </a:cubicBezTo>
                  <a:cubicBezTo>
                    <a:pt x="533362" y="4443405"/>
                    <a:pt x="515582" y="4437055"/>
                    <a:pt x="504152" y="4428165"/>
                  </a:cubicBezTo>
                  <a:cubicBezTo>
                    <a:pt x="493992" y="4419275"/>
                    <a:pt x="488912" y="4407845"/>
                    <a:pt x="483832" y="4388795"/>
                  </a:cubicBezTo>
                  <a:cubicBezTo>
                    <a:pt x="472402" y="4345615"/>
                    <a:pt x="472402" y="4247825"/>
                    <a:pt x="477482" y="4170355"/>
                  </a:cubicBezTo>
                  <a:cubicBezTo>
                    <a:pt x="483832" y="4080185"/>
                    <a:pt x="501612" y="3967155"/>
                    <a:pt x="527012" y="3882065"/>
                  </a:cubicBezTo>
                  <a:cubicBezTo>
                    <a:pt x="547332" y="3812215"/>
                    <a:pt x="567652" y="3742365"/>
                    <a:pt x="607022" y="3696645"/>
                  </a:cubicBezTo>
                  <a:cubicBezTo>
                    <a:pt x="642582" y="3656005"/>
                    <a:pt x="712432" y="3620445"/>
                    <a:pt x="741642" y="3611555"/>
                  </a:cubicBezTo>
                  <a:cubicBezTo>
                    <a:pt x="753072" y="3609015"/>
                    <a:pt x="760692" y="3610285"/>
                    <a:pt x="769582" y="3612825"/>
                  </a:cubicBezTo>
                  <a:cubicBezTo>
                    <a:pt x="782282" y="3616635"/>
                    <a:pt x="797522" y="3626795"/>
                    <a:pt x="805142" y="3638225"/>
                  </a:cubicBezTo>
                  <a:cubicBezTo>
                    <a:pt x="812762" y="3653465"/>
                    <a:pt x="802602" y="3667435"/>
                    <a:pt x="810222" y="3695375"/>
                  </a:cubicBezTo>
                  <a:cubicBezTo>
                    <a:pt x="835622" y="3799515"/>
                    <a:pt x="1040092" y="4171625"/>
                    <a:pt x="1117562" y="4398955"/>
                  </a:cubicBezTo>
                  <a:cubicBezTo>
                    <a:pt x="1187412" y="4602155"/>
                    <a:pt x="1230592" y="4826945"/>
                    <a:pt x="1268692" y="4994585"/>
                  </a:cubicBezTo>
                  <a:cubicBezTo>
                    <a:pt x="1296632" y="5116505"/>
                    <a:pt x="1329652" y="5254935"/>
                    <a:pt x="1330922" y="5310815"/>
                  </a:cubicBezTo>
                  <a:cubicBezTo>
                    <a:pt x="1332192" y="5331135"/>
                    <a:pt x="1330922" y="5341295"/>
                    <a:pt x="1327112" y="5351455"/>
                  </a:cubicBezTo>
                  <a:cubicBezTo>
                    <a:pt x="1323302" y="5360345"/>
                    <a:pt x="1316952" y="5367965"/>
                    <a:pt x="1308062" y="5373045"/>
                  </a:cubicBezTo>
                  <a:cubicBezTo>
                    <a:pt x="1297902" y="5379395"/>
                    <a:pt x="1281392" y="5384475"/>
                    <a:pt x="1268692" y="5383205"/>
                  </a:cubicBezTo>
                  <a:cubicBezTo>
                    <a:pt x="1255992" y="5381935"/>
                    <a:pt x="1240752" y="5373045"/>
                    <a:pt x="1231862" y="5364155"/>
                  </a:cubicBezTo>
                  <a:cubicBezTo>
                    <a:pt x="1225512" y="5357805"/>
                    <a:pt x="1222972" y="5355265"/>
                    <a:pt x="1219162" y="5340025"/>
                  </a:cubicBezTo>
                  <a:cubicBezTo>
                    <a:pt x="1187412" y="5200325"/>
                    <a:pt x="1259802" y="3788085"/>
                    <a:pt x="1299172" y="3153085"/>
                  </a:cubicBezTo>
                  <a:cubicBezTo>
                    <a:pt x="1329652" y="2660325"/>
                    <a:pt x="1374102" y="2200585"/>
                    <a:pt x="1413472" y="1844985"/>
                  </a:cubicBezTo>
                  <a:cubicBezTo>
                    <a:pt x="1441412" y="1598605"/>
                    <a:pt x="1465542" y="1378895"/>
                    <a:pt x="1496022" y="1220145"/>
                  </a:cubicBezTo>
                  <a:cubicBezTo>
                    <a:pt x="1516342" y="1121085"/>
                    <a:pt x="1532852" y="1016945"/>
                    <a:pt x="1558252" y="981385"/>
                  </a:cubicBezTo>
                  <a:cubicBezTo>
                    <a:pt x="1568412" y="966145"/>
                    <a:pt x="1581112" y="962335"/>
                    <a:pt x="1592542" y="958525"/>
                  </a:cubicBezTo>
                  <a:cubicBezTo>
                    <a:pt x="1601432" y="955985"/>
                    <a:pt x="1610322" y="955985"/>
                    <a:pt x="1619212" y="958525"/>
                  </a:cubicBezTo>
                  <a:cubicBezTo>
                    <a:pt x="1630642" y="962335"/>
                    <a:pt x="1645882" y="972495"/>
                    <a:pt x="1652232" y="982655"/>
                  </a:cubicBezTo>
                  <a:cubicBezTo>
                    <a:pt x="1658582" y="990275"/>
                    <a:pt x="1659852" y="992815"/>
                    <a:pt x="1662392" y="1008055"/>
                  </a:cubicBezTo>
                  <a:cubicBezTo>
                    <a:pt x="1675092" y="1103305"/>
                    <a:pt x="1612862" y="1721795"/>
                    <a:pt x="1567142" y="2071045"/>
                  </a:cubicBezTo>
                  <a:cubicBezTo>
                    <a:pt x="1521422" y="2411405"/>
                    <a:pt x="1450302" y="2803835"/>
                    <a:pt x="1390612" y="3076885"/>
                  </a:cubicBezTo>
                  <a:cubicBezTo>
                    <a:pt x="1349972" y="3267385"/>
                    <a:pt x="1311872" y="3440105"/>
                    <a:pt x="1264882" y="3556945"/>
                  </a:cubicBezTo>
                  <a:cubicBezTo>
                    <a:pt x="1235672" y="3630605"/>
                    <a:pt x="1201382" y="3702995"/>
                    <a:pt x="1172172" y="3725855"/>
                  </a:cubicBezTo>
                  <a:cubicBezTo>
                    <a:pt x="1158202" y="3736015"/>
                    <a:pt x="1145502" y="3737285"/>
                    <a:pt x="1131532" y="3734745"/>
                  </a:cubicBezTo>
                  <a:cubicBezTo>
                    <a:pt x="1117562" y="3730935"/>
                    <a:pt x="1102322" y="3724585"/>
                    <a:pt x="1088352" y="3702995"/>
                  </a:cubicBezTo>
                  <a:cubicBezTo>
                    <a:pt x="1045172" y="3639495"/>
                    <a:pt x="1005802" y="3399465"/>
                    <a:pt x="970242" y="3210235"/>
                  </a:cubicBezTo>
                  <a:cubicBezTo>
                    <a:pt x="924522" y="2963855"/>
                    <a:pt x="880072" y="2454585"/>
                    <a:pt x="853402" y="2347905"/>
                  </a:cubicBezTo>
                  <a:cubicBezTo>
                    <a:pt x="847052" y="2322505"/>
                    <a:pt x="835622" y="2317425"/>
                    <a:pt x="835622" y="2303455"/>
                  </a:cubicBezTo>
                  <a:cubicBezTo>
                    <a:pt x="836892" y="2289485"/>
                    <a:pt x="845782" y="2274245"/>
                    <a:pt x="854672" y="2265355"/>
                  </a:cubicBezTo>
                  <a:cubicBezTo>
                    <a:pt x="864832" y="2256465"/>
                    <a:pt x="881342" y="2251385"/>
                    <a:pt x="894042" y="2250115"/>
                  </a:cubicBezTo>
                  <a:cubicBezTo>
                    <a:pt x="906742" y="2250115"/>
                    <a:pt x="923252" y="2256465"/>
                    <a:pt x="933412" y="2265355"/>
                  </a:cubicBezTo>
                  <a:cubicBezTo>
                    <a:pt x="943572" y="2274245"/>
                    <a:pt x="947382" y="2280595"/>
                    <a:pt x="953732" y="2302185"/>
                  </a:cubicBezTo>
                  <a:cubicBezTo>
                    <a:pt x="977862" y="2397435"/>
                    <a:pt x="996912" y="3054025"/>
                    <a:pt x="961352" y="3137845"/>
                  </a:cubicBezTo>
                  <a:cubicBezTo>
                    <a:pt x="952462" y="3156895"/>
                    <a:pt x="942302" y="3160705"/>
                    <a:pt x="930872" y="3165785"/>
                  </a:cubicBezTo>
                  <a:cubicBezTo>
                    <a:pt x="919442" y="3170865"/>
                    <a:pt x="902932" y="3170865"/>
                    <a:pt x="890232" y="3167055"/>
                  </a:cubicBezTo>
                  <a:cubicBezTo>
                    <a:pt x="878802" y="3163245"/>
                    <a:pt x="866102" y="3150545"/>
                    <a:pt x="859752" y="3140385"/>
                  </a:cubicBezTo>
                  <a:cubicBezTo>
                    <a:pt x="854672" y="3132765"/>
                    <a:pt x="853402" y="3128955"/>
                    <a:pt x="852132" y="3113715"/>
                  </a:cubicBezTo>
                  <a:cubicBezTo>
                    <a:pt x="844512" y="3027355"/>
                    <a:pt x="892772" y="2474905"/>
                    <a:pt x="920712" y="2236145"/>
                  </a:cubicBezTo>
                  <a:cubicBezTo>
                    <a:pt x="939762" y="2071045"/>
                    <a:pt x="946112" y="1911025"/>
                    <a:pt x="986752" y="1818315"/>
                  </a:cubicBezTo>
                  <a:cubicBezTo>
                    <a:pt x="1009612" y="1763705"/>
                    <a:pt x="1045172" y="1716715"/>
                    <a:pt x="1075652" y="1702745"/>
                  </a:cubicBezTo>
                  <a:cubicBezTo>
                    <a:pt x="1094702" y="1693855"/>
                    <a:pt x="1117562" y="1697665"/>
                    <a:pt x="1131532" y="1705285"/>
                  </a:cubicBezTo>
                  <a:cubicBezTo>
                    <a:pt x="1144232" y="1710365"/>
                    <a:pt x="1153122" y="1719255"/>
                    <a:pt x="1159472" y="1738305"/>
                  </a:cubicBezTo>
                  <a:cubicBezTo>
                    <a:pt x="1174712" y="1782755"/>
                    <a:pt x="1170902" y="1909755"/>
                    <a:pt x="1151852" y="1998655"/>
                  </a:cubicBezTo>
                  <a:cubicBezTo>
                    <a:pt x="1130262" y="2098985"/>
                    <a:pt x="1076922" y="2225985"/>
                    <a:pt x="1026122" y="2304725"/>
                  </a:cubicBezTo>
                  <a:cubicBezTo>
                    <a:pt x="986752" y="2365685"/>
                    <a:pt x="938492" y="2416485"/>
                    <a:pt x="891502" y="2445695"/>
                  </a:cubicBezTo>
                  <a:cubicBezTo>
                    <a:pt x="853402" y="2468555"/>
                    <a:pt x="805142" y="2482525"/>
                    <a:pt x="774662" y="2479985"/>
                  </a:cubicBezTo>
                  <a:cubicBezTo>
                    <a:pt x="754342" y="2478715"/>
                    <a:pt x="734022" y="2469825"/>
                    <a:pt x="723862" y="2458395"/>
                  </a:cubicBezTo>
                  <a:cubicBezTo>
                    <a:pt x="714972" y="2448235"/>
                    <a:pt x="709892" y="2430455"/>
                    <a:pt x="709892" y="2417755"/>
                  </a:cubicBezTo>
                  <a:cubicBezTo>
                    <a:pt x="711162" y="2403785"/>
                    <a:pt x="726402" y="2397435"/>
                    <a:pt x="727672" y="2378385"/>
                  </a:cubicBezTo>
                  <a:cubicBezTo>
                    <a:pt x="731482" y="2332665"/>
                    <a:pt x="662902" y="2218365"/>
                    <a:pt x="661632" y="2133275"/>
                  </a:cubicBezTo>
                  <a:cubicBezTo>
                    <a:pt x="660362" y="2041835"/>
                    <a:pt x="690842" y="1911025"/>
                    <a:pt x="728942" y="1846255"/>
                  </a:cubicBezTo>
                  <a:cubicBezTo>
                    <a:pt x="753072" y="1803075"/>
                    <a:pt x="794982" y="1771325"/>
                    <a:pt x="821652" y="1757355"/>
                  </a:cubicBezTo>
                  <a:cubicBezTo>
                    <a:pt x="836892" y="1748465"/>
                    <a:pt x="850862" y="1745925"/>
                    <a:pt x="863562" y="1747195"/>
                  </a:cubicBezTo>
                  <a:cubicBezTo>
                    <a:pt x="872452" y="1747195"/>
                    <a:pt x="880072" y="1747195"/>
                    <a:pt x="890232" y="1756085"/>
                  </a:cubicBezTo>
                  <a:cubicBezTo>
                    <a:pt x="920712" y="1785295"/>
                    <a:pt x="988022" y="1926265"/>
                    <a:pt x="1008342" y="2011355"/>
                  </a:cubicBezTo>
                  <a:cubicBezTo>
                    <a:pt x="1028662" y="2088825"/>
                    <a:pt x="1028662" y="2181535"/>
                    <a:pt x="1022312" y="2245035"/>
                  </a:cubicBezTo>
                  <a:cubicBezTo>
                    <a:pt x="1017232" y="2292025"/>
                    <a:pt x="1004532" y="2337745"/>
                    <a:pt x="989292" y="2363145"/>
                  </a:cubicBezTo>
                  <a:cubicBezTo>
                    <a:pt x="980402" y="2377115"/>
                    <a:pt x="970242" y="2387275"/>
                    <a:pt x="958812" y="2392355"/>
                  </a:cubicBezTo>
                  <a:cubicBezTo>
                    <a:pt x="946112" y="2397435"/>
                    <a:pt x="928332" y="2398705"/>
                    <a:pt x="915632" y="2393625"/>
                  </a:cubicBezTo>
                  <a:cubicBezTo>
                    <a:pt x="904202" y="2389815"/>
                    <a:pt x="894042" y="2383465"/>
                    <a:pt x="883882" y="2366955"/>
                  </a:cubicBezTo>
                  <a:cubicBezTo>
                    <a:pt x="857212" y="2328855"/>
                    <a:pt x="814032" y="2209475"/>
                    <a:pt x="810222" y="2134545"/>
                  </a:cubicBezTo>
                  <a:cubicBezTo>
                    <a:pt x="807682" y="2065965"/>
                    <a:pt x="825462" y="1964365"/>
                    <a:pt x="855942" y="1935155"/>
                  </a:cubicBezTo>
                  <a:cubicBezTo>
                    <a:pt x="874992" y="1917375"/>
                    <a:pt x="913092" y="1935155"/>
                    <a:pt x="929602" y="1923725"/>
                  </a:cubicBezTo>
                  <a:cubicBezTo>
                    <a:pt x="941032" y="1916105"/>
                    <a:pt x="941032" y="1894515"/>
                    <a:pt x="949922" y="1886895"/>
                  </a:cubicBezTo>
                  <a:cubicBezTo>
                    <a:pt x="957542" y="1879275"/>
                    <a:pt x="966432" y="1875465"/>
                    <a:pt x="976592" y="1874195"/>
                  </a:cubicBezTo>
                  <a:cubicBezTo>
                    <a:pt x="989292" y="1872925"/>
                    <a:pt x="1007072" y="1874195"/>
                    <a:pt x="1018502" y="1880545"/>
                  </a:cubicBezTo>
                  <a:cubicBezTo>
                    <a:pt x="1031202" y="1886895"/>
                    <a:pt x="1037552" y="1897055"/>
                    <a:pt x="1046442" y="1913565"/>
                  </a:cubicBezTo>
                  <a:cubicBezTo>
                    <a:pt x="1065492" y="1947855"/>
                    <a:pt x="1090892" y="2024055"/>
                    <a:pt x="1101052" y="2086285"/>
                  </a:cubicBezTo>
                  <a:cubicBezTo>
                    <a:pt x="1113752" y="2156135"/>
                    <a:pt x="1126452" y="2247575"/>
                    <a:pt x="1109942" y="2314885"/>
                  </a:cubicBezTo>
                  <a:cubicBezTo>
                    <a:pt x="1093432" y="2373305"/>
                    <a:pt x="1061682" y="2438075"/>
                    <a:pt x="1014692" y="2468555"/>
                  </a:cubicBezTo>
                  <a:cubicBezTo>
                    <a:pt x="967702" y="2500305"/>
                    <a:pt x="868642" y="2523165"/>
                    <a:pt x="826732" y="2497765"/>
                  </a:cubicBezTo>
                  <a:cubicBezTo>
                    <a:pt x="786092" y="2472365"/>
                    <a:pt x="754342" y="2370765"/>
                    <a:pt x="768312" y="2317425"/>
                  </a:cubicBezTo>
                  <a:cubicBezTo>
                    <a:pt x="783552" y="2260275"/>
                    <a:pt x="871182" y="2209475"/>
                    <a:pt x="932142" y="2166295"/>
                  </a:cubicBezTo>
                  <a:cubicBezTo>
                    <a:pt x="995642" y="2120575"/>
                    <a:pt x="1082002" y="2081205"/>
                    <a:pt x="1145502" y="2051995"/>
                  </a:cubicBezTo>
                  <a:cubicBezTo>
                    <a:pt x="1193762" y="2030405"/>
                    <a:pt x="1244562" y="2005005"/>
                    <a:pt x="1277582" y="1999925"/>
                  </a:cubicBezTo>
                  <a:cubicBezTo>
                    <a:pt x="1295362" y="1998655"/>
                    <a:pt x="1308062" y="1998655"/>
                    <a:pt x="1319492" y="2005005"/>
                  </a:cubicBezTo>
                  <a:cubicBezTo>
                    <a:pt x="1330922" y="2011355"/>
                    <a:pt x="1342352" y="2025325"/>
                    <a:pt x="1347432" y="2036755"/>
                  </a:cubicBezTo>
                  <a:cubicBezTo>
                    <a:pt x="1352512" y="2045645"/>
                    <a:pt x="1353782" y="2055805"/>
                    <a:pt x="1351242" y="2065965"/>
                  </a:cubicBezTo>
                  <a:cubicBezTo>
                    <a:pt x="1349972" y="2077395"/>
                    <a:pt x="1344892" y="2087555"/>
                    <a:pt x="1332192" y="2102795"/>
                  </a:cubicBezTo>
                  <a:cubicBezTo>
                    <a:pt x="1295362" y="2147245"/>
                    <a:pt x="1158202" y="2255195"/>
                    <a:pt x="1071842" y="2312345"/>
                  </a:cubicBezTo>
                  <a:cubicBezTo>
                    <a:pt x="995642" y="2361875"/>
                    <a:pt x="908012" y="2402515"/>
                    <a:pt x="843242" y="2429185"/>
                  </a:cubicBezTo>
                  <a:cubicBezTo>
                    <a:pt x="797522" y="2448235"/>
                    <a:pt x="750532" y="2474905"/>
                    <a:pt x="722592" y="2469825"/>
                  </a:cubicBezTo>
                  <a:cubicBezTo>
                    <a:pt x="703542" y="2464745"/>
                    <a:pt x="685762" y="2446965"/>
                    <a:pt x="679412" y="2430455"/>
                  </a:cubicBezTo>
                  <a:cubicBezTo>
                    <a:pt x="674332" y="2415215"/>
                    <a:pt x="675602" y="2397435"/>
                    <a:pt x="687032" y="2374575"/>
                  </a:cubicBezTo>
                  <a:cubicBezTo>
                    <a:pt x="712432" y="2318695"/>
                    <a:pt x="845782" y="2173915"/>
                    <a:pt x="908012" y="2137085"/>
                  </a:cubicBezTo>
                  <a:cubicBezTo>
                    <a:pt x="941032" y="2116765"/>
                    <a:pt x="968972" y="2132005"/>
                    <a:pt x="998182" y="2112955"/>
                  </a:cubicBezTo>
                  <a:cubicBezTo>
                    <a:pt x="1038822" y="2086285"/>
                    <a:pt x="1085812" y="1968175"/>
                    <a:pt x="1112482" y="1970715"/>
                  </a:cubicBezTo>
                  <a:cubicBezTo>
                    <a:pt x="1130262" y="1971985"/>
                    <a:pt x="1158202" y="2021515"/>
                    <a:pt x="1151852" y="2045645"/>
                  </a:cubicBezTo>
                  <a:cubicBezTo>
                    <a:pt x="1142962" y="2079935"/>
                    <a:pt x="1054062" y="2100255"/>
                    <a:pt x="1010882" y="2142165"/>
                  </a:cubicBezTo>
                  <a:cubicBezTo>
                    <a:pt x="960082" y="2192965"/>
                    <a:pt x="910552" y="2272975"/>
                    <a:pt x="873722" y="2340285"/>
                  </a:cubicBezTo>
                  <a:cubicBezTo>
                    <a:pt x="840702" y="2403785"/>
                    <a:pt x="819112" y="2467285"/>
                    <a:pt x="798792" y="2535865"/>
                  </a:cubicBezTo>
                  <a:cubicBezTo>
                    <a:pt x="775932" y="2606985"/>
                    <a:pt x="769582" y="2720015"/>
                    <a:pt x="746722" y="2758115"/>
                  </a:cubicBezTo>
                  <a:cubicBezTo>
                    <a:pt x="736562" y="2774625"/>
                    <a:pt x="725132" y="2783515"/>
                    <a:pt x="712432" y="2788595"/>
                  </a:cubicBezTo>
                  <a:cubicBezTo>
                    <a:pt x="703542" y="2792405"/>
                    <a:pt x="693382" y="2793675"/>
                    <a:pt x="681952" y="2792405"/>
                  </a:cubicBezTo>
                  <a:cubicBezTo>
                    <a:pt x="669252" y="2789865"/>
                    <a:pt x="651472" y="2780975"/>
                    <a:pt x="641312" y="2770815"/>
                  </a:cubicBezTo>
                  <a:cubicBezTo>
                    <a:pt x="632422" y="2760655"/>
                    <a:pt x="628612" y="2750495"/>
                    <a:pt x="626072" y="2727635"/>
                  </a:cubicBezTo>
                  <a:cubicBezTo>
                    <a:pt x="615912" y="2647625"/>
                    <a:pt x="662902" y="2251385"/>
                    <a:pt x="695922" y="2170105"/>
                  </a:cubicBezTo>
                  <a:cubicBezTo>
                    <a:pt x="706082" y="2144705"/>
                    <a:pt x="713702" y="2133275"/>
                    <a:pt x="728942" y="2125655"/>
                  </a:cubicBezTo>
                  <a:cubicBezTo>
                    <a:pt x="744182" y="2118035"/>
                    <a:pt x="770852" y="2120575"/>
                    <a:pt x="784822" y="2128195"/>
                  </a:cubicBezTo>
                  <a:cubicBezTo>
                    <a:pt x="797522" y="2133275"/>
                    <a:pt x="806412" y="2149785"/>
                    <a:pt x="811492" y="2159945"/>
                  </a:cubicBezTo>
                  <a:cubicBezTo>
                    <a:pt x="815302" y="2170105"/>
                    <a:pt x="817842" y="2177725"/>
                    <a:pt x="814032" y="2189155"/>
                  </a:cubicBezTo>
                  <a:cubicBezTo>
                    <a:pt x="805142" y="2213285"/>
                    <a:pt x="745452" y="2245035"/>
                    <a:pt x="720052" y="2286945"/>
                  </a:cubicBezTo>
                  <a:cubicBezTo>
                    <a:pt x="688302" y="2339015"/>
                    <a:pt x="671792" y="2420295"/>
                    <a:pt x="651472" y="2490145"/>
                  </a:cubicBezTo>
                  <a:cubicBezTo>
                    <a:pt x="631152" y="2565075"/>
                    <a:pt x="622262" y="2685725"/>
                    <a:pt x="599402" y="2725095"/>
                  </a:cubicBezTo>
                  <a:cubicBezTo>
                    <a:pt x="589242" y="2741605"/>
                    <a:pt x="579082" y="2749225"/>
                    <a:pt x="566382" y="2754305"/>
                  </a:cubicBezTo>
                  <a:cubicBezTo>
                    <a:pt x="553682" y="2759385"/>
                    <a:pt x="534632" y="2758115"/>
                    <a:pt x="521932" y="2754305"/>
                  </a:cubicBezTo>
                  <a:cubicBezTo>
                    <a:pt x="513042" y="2751765"/>
                    <a:pt x="504152" y="2746685"/>
                    <a:pt x="497802" y="2737795"/>
                  </a:cubicBezTo>
                  <a:cubicBezTo>
                    <a:pt x="490182" y="2727635"/>
                    <a:pt x="485102" y="2718745"/>
                    <a:pt x="482562" y="2697155"/>
                  </a:cubicBezTo>
                  <a:cubicBezTo>
                    <a:pt x="471132" y="2606985"/>
                    <a:pt x="546062" y="2157405"/>
                    <a:pt x="570192" y="2012625"/>
                  </a:cubicBezTo>
                  <a:cubicBezTo>
                    <a:pt x="581622" y="1946585"/>
                    <a:pt x="584162" y="1899595"/>
                    <a:pt x="601942" y="1867845"/>
                  </a:cubicBezTo>
                  <a:cubicBezTo>
                    <a:pt x="612102" y="1848795"/>
                    <a:pt x="628612" y="1834825"/>
                    <a:pt x="642582" y="1829745"/>
                  </a:cubicBezTo>
                  <a:cubicBezTo>
                    <a:pt x="652742" y="1825935"/>
                    <a:pt x="661632" y="1825935"/>
                    <a:pt x="671792" y="1829745"/>
                  </a:cubicBezTo>
                  <a:cubicBezTo>
                    <a:pt x="683222" y="1832285"/>
                    <a:pt x="695922" y="1837365"/>
                    <a:pt x="707352" y="1852605"/>
                  </a:cubicBezTo>
                  <a:cubicBezTo>
                    <a:pt x="741642" y="1900865"/>
                    <a:pt x="777202" y="2065965"/>
                    <a:pt x="808952" y="2212015"/>
                  </a:cubicBezTo>
                  <a:cubicBezTo>
                    <a:pt x="857212" y="2430455"/>
                    <a:pt x="944842" y="2940995"/>
                    <a:pt x="941032" y="3043865"/>
                  </a:cubicBezTo>
                  <a:cubicBezTo>
                    <a:pt x="939762" y="3066725"/>
                    <a:pt x="937222" y="3074345"/>
                    <a:pt x="929602" y="3085775"/>
                  </a:cubicBezTo>
                  <a:cubicBezTo>
                    <a:pt x="921982" y="3097205"/>
                    <a:pt x="906742" y="3107365"/>
                    <a:pt x="894042" y="3111175"/>
                  </a:cubicBezTo>
                  <a:cubicBezTo>
                    <a:pt x="880072" y="3113715"/>
                    <a:pt x="862292" y="3111175"/>
                    <a:pt x="850862" y="3104825"/>
                  </a:cubicBezTo>
                  <a:cubicBezTo>
                    <a:pt x="838162" y="3098475"/>
                    <a:pt x="829272" y="3092125"/>
                    <a:pt x="821652" y="3071805"/>
                  </a:cubicBezTo>
                  <a:cubicBezTo>
                    <a:pt x="789902" y="2986715"/>
                    <a:pt x="815302" y="2403785"/>
                    <a:pt x="825462" y="2325045"/>
                  </a:cubicBezTo>
                  <a:cubicBezTo>
                    <a:pt x="826732" y="2309805"/>
                    <a:pt x="826732" y="2305995"/>
                    <a:pt x="831812" y="2298375"/>
                  </a:cubicBezTo>
                  <a:cubicBezTo>
                    <a:pt x="838162" y="2288215"/>
                    <a:pt x="850862" y="2275515"/>
                    <a:pt x="863562" y="2270435"/>
                  </a:cubicBezTo>
                  <a:cubicBezTo>
                    <a:pt x="874992" y="2266625"/>
                    <a:pt x="892772" y="2266625"/>
                    <a:pt x="904202" y="2270435"/>
                  </a:cubicBezTo>
                  <a:cubicBezTo>
                    <a:pt x="916902" y="2275515"/>
                    <a:pt x="923252" y="2280595"/>
                    <a:pt x="934682" y="2298375"/>
                  </a:cubicBezTo>
                  <a:cubicBezTo>
                    <a:pt x="980402" y="2370765"/>
                    <a:pt x="1083272" y="2744145"/>
                    <a:pt x="1122642" y="2939725"/>
                  </a:cubicBezTo>
                  <a:cubicBezTo>
                    <a:pt x="1154392" y="3101015"/>
                    <a:pt x="1162012" y="3257225"/>
                    <a:pt x="1169632" y="3386765"/>
                  </a:cubicBezTo>
                  <a:cubicBezTo>
                    <a:pt x="1175982" y="3484555"/>
                    <a:pt x="1183602" y="3598855"/>
                    <a:pt x="1175982" y="3647115"/>
                  </a:cubicBezTo>
                  <a:cubicBezTo>
                    <a:pt x="1172172" y="3666165"/>
                    <a:pt x="1169632" y="3676325"/>
                    <a:pt x="1162012" y="3686485"/>
                  </a:cubicBezTo>
                  <a:cubicBezTo>
                    <a:pt x="1153122" y="3696645"/>
                    <a:pt x="1137882" y="3705535"/>
                    <a:pt x="1123912" y="3706805"/>
                  </a:cubicBezTo>
                  <a:cubicBezTo>
                    <a:pt x="1108672" y="3708075"/>
                    <a:pt x="1083272" y="3699185"/>
                    <a:pt x="1071842" y="3687755"/>
                  </a:cubicBezTo>
                  <a:cubicBezTo>
                    <a:pt x="1062952" y="3678865"/>
                    <a:pt x="1059142" y="3669975"/>
                    <a:pt x="1056602" y="3648385"/>
                  </a:cubicBezTo>
                  <a:cubicBezTo>
                    <a:pt x="1046442" y="3567105"/>
                    <a:pt x="1088352" y="3262305"/>
                    <a:pt x="1126452" y="3043865"/>
                  </a:cubicBezTo>
                  <a:cubicBezTo>
                    <a:pt x="1172172" y="2779705"/>
                    <a:pt x="1263612" y="2415215"/>
                    <a:pt x="1324572" y="2178995"/>
                  </a:cubicBezTo>
                  <a:cubicBezTo>
                    <a:pt x="1366482" y="2013895"/>
                    <a:pt x="1404582" y="1869115"/>
                    <a:pt x="1442682" y="1761165"/>
                  </a:cubicBezTo>
                  <a:cubicBezTo>
                    <a:pt x="1468082" y="1690045"/>
                    <a:pt x="1496022" y="1616385"/>
                    <a:pt x="1515072" y="1588445"/>
                  </a:cubicBezTo>
                  <a:cubicBezTo>
                    <a:pt x="1521422" y="1577015"/>
                    <a:pt x="1525232" y="1573205"/>
                    <a:pt x="1534122" y="1568125"/>
                  </a:cubicBezTo>
                  <a:cubicBezTo>
                    <a:pt x="1544282" y="1563045"/>
                    <a:pt x="1562062" y="1559235"/>
                    <a:pt x="1573492" y="1560505"/>
                  </a:cubicBezTo>
                  <a:cubicBezTo>
                    <a:pt x="1583652" y="1560505"/>
                    <a:pt x="1591272" y="1564315"/>
                    <a:pt x="1598892" y="1570665"/>
                  </a:cubicBezTo>
                  <a:cubicBezTo>
                    <a:pt x="1607782" y="1578285"/>
                    <a:pt x="1615402" y="1585905"/>
                    <a:pt x="1621752" y="1604955"/>
                  </a:cubicBezTo>
                  <a:cubicBezTo>
                    <a:pt x="1638262" y="1665915"/>
                    <a:pt x="1631912" y="1855145"/>
                    <a:pt x="1616672" y="2020245"/>
                  </a:cubicBezTo>
                  <a:cubicBezTo>
                    <a:pt x="1595082" y="2270435"/>
                    <a:pt x="1520152" y="2646355"/>
                    <a:pt x="1463002" y="2956235"/>
                  </a:cubicBezTo>
                  <a:cubicBezTo>
                    <a:pt x="1405852" y="3263575"/>
                    <a:pt x="1311872" y="3741095"/>
                    <a:pt x="1273772" y="3870635"/>
                  </a:cubicBezTo>
                  <a:cubicBezTo>
                    <a:pt x="1263612" y="3907465"/>
                    <a:pt x="1258532" y="3921435"/>
                    <a:pt x="1247102" y="3937945"/>
                  </a:cubicBezTo>
                  <a:cubicBezTo>
                    <a:pt x="1239482" y="3951915"/>
                    <a:pt x="1230592" y="3963345"/>
                    <a:pt x="1217892" y="3968425"/>
                  </a:cubicBezTo>
                  <a:cubicBezTo>
                    <a:pt x="1202652" y="3973505"/>
                    <a:pt x="1175982" y="3972235"/>
                    <a:pt x="1162012" y="3963345"/>
                  </a:cubicBezTo>
                  <a:cubicBezTo>
                    <a:pt x="1148042" y="3955725"/>
                    <a:pt x="1140422" y="3943025"/>
                    <a:pt x="1134072" y="3916355"/>
                  </a:cubicBezTo>
                  <a:cubicBezTo>
                    <a:pt x="1106132" y="3808405"/>
                    <a:pt x="1139152" y="3339775"/>
                    <a:pt x="1159472" y="3060375"/>
                  </a:cubicBezTo>
                  <a:cubicBezTo>
                    <a:pt x="1179792" y="2792405"/>
                    <a:pt x="1225512" y="2490145"/>
                    <a:pt x="1254722" y="2274245"/>
                  </a:cubicBezTo>
                  <a:cubicBezTo>
                    <a:pt x="1273772" y="2123115"/>
                    <a:pt x="1290282" y="1989765"/>
                    <a:pt x="1310602" y="1889435"/>
                  </a:cubicBezTo>
                  <a:cubicBezTo>
                    <a:pt x="1324572" y="1824665"/>
                    <a:pt x="1334732" y="1762435"/>
                    <a:pt x="1355052" y="1730685"/>
                  </a:cubicBezTo>
                  <a:cubicBezTo>
                    <a:pt x="1367752" y="1712905"/>
                    <a:pt x="1380452" y="1700205"/>
                    <a:pt x="1396962" y="1696395"/>
                  </a:cubicBezTo>
                  <a:cubicBezTo>
                    <a:pt x="1412202" y="1693855"/>
                    <a:pt x="1433792" y="1697665"/>
                    <a:pt x="1447762" y="1710365"/>
                  </a:cubicBezTo>
                  <a:cubicBezTo>
                    <a:pt x="1473162" y="1734495"/>
                    <a:pt x="1487132" y="1790375"/>
                    <a:pt x="1499832" y="1860225"/>
                  </a:cubicBezTo>
                  <a:cubicBezTo>
                    <a:pt x="1523962" y="2007545"/>
                    <a:pt x="1506182" y="2313615"/>
                    <a:pt x="1498562" y="2566345"/>
                  </a:cubicBezTo>
                  <a:cubicBezTo>
                    <a:pt x="1490942" y="2858445"/>
                    <a:pt x="1494752" y="3349935"/>
                    <a:pt x="1447762" y="3511225"/>
                  </a:cubicBezTo>
                  <a:cubicBezTo>
                    <a:pt x="1431252" y="3572185"/>
                    <a:pt x="1409662" y="3612825"/>
                    <a:pt x="1382992" y="3629335"/>
                  </a:cubicBezTo>
                  <a:cubicBezTo>
                    <a:pt x="1366482" y="3639495"/>
                    <a:pt x="1342352" y="3639495"/>
                    <a:pt x="1327112" y="3633145"/>
                  </a:cubicBezTo>
                  <a:cubicBezTo>
                    <a:pt x="1311872" y="3626795"/>
                    <a:pt x="1301712" y="3615365"/>
                    <a:pt x="1292822" y="3589965"/>
                  </a:cubicBezTo>
                  <a:cubicBezTo>
                    <a:pt x="1259802" y="3504875"/>
                    <a:pt x="1266152" y="3205155"/>
                    <a:pt x="1259802" y="2974015"/>
                  </a:cubicBezTo>
                  <a:cubicBezTo>
                    <a:pt x="1253452" y="2676835"/>
                    <a:pt x="1257262" y="2238685"/>
                    <a:pt x="1262342" y="1956745"/>
                  </a:cubicBezTo>
                  <a:cubicBezTo>
                    <a:pt x="1266152" y="1754815"/>
                    <a:pt x="1263612" y="1570665"/>
                    <a:pt x="1280122" y="1438585"/>
                  </a:cubicBezTo>
                  <a:cubicBezTo>
                    <a:pt x="1291552" y="1357305"/>
                    <a:pt x="1306792" y="1277295"/>
                    <a:pt x="1324572" y="1240465"/>
                  </a:cubicBezTo>
                  <a:cubicBezTo>
                    <a:pt x="1332192" y="1223955"/>
                    <a:pt x="1338542" y="1215065"/>
                    <a:pt x="1348702" y="1207445"/>
                  </a:cubicBezTo>
                  <a:cubicBezTo>
                    <a:pt x="1356322" y="1202365"/>
                    <a:pt x="1363942" y="1198555"/>
                    <a:pt x="1374102" y="1198555"/>
                  </a:cubicBezTo>
                  <a:cubicBezTo>
                    <a:pt x="1388072" y="1199825"/>
                    <a:pt x="1410932" y="1203635"/>
                    <a:pt x="1423632" y="1218875"/>
                  </a:cubicBezTo>
                  <a:cubicBezTo>
                    <a:pt x="1446492" y="1248085"/>
                    <a:pt x="1452842" y="1302695"/>
                    <a:pt x="1454112" y="1389055"/>
                  </a:cubicBezTo>
                  <a:cubicBezTo>
                    <a:pt x="1457922" y="1667185"/>
                    <a:pt x="1276312" y="2933375"/>
                    <a:pt x="1182332" y="3154355"/>
                  </a:cubicBezTo>
                  <a:cubicBezTo>
                    <a:pt x="1158202" y="3211505"/>
                    <a:pt x="1135342" y="3234365"/>
                    <a:pt x="1108672" y="3250875"/>
                  </a:cubicBezTo>
                  <a:cubicBezTo>
                    <a:pt x="1090892" y="3262305"/>
                    <a:pt x="1068032" y="3263575"/>
                    <a:pt x="1054062" y="3261035"/>
                  </a:cubicBezTo>
                  <a:cubicBezTo>
                    <a:pt x="1043902" y="3259765"/>
                    <a:pt x="1036282" y="3254685"/>
                    <a:pt x="1029932" y="3247065"/>
                  </a:cubicBezTo>
                  <a:cubicBezTo>
                    <a:pt x="1021042" y="3238175"/>
                    <a:pt x="1017232" y="3230555"/>
                    <a:pt x="1012152" y="3207695"/>
                  </a:cubicBezTo>
                  <a:cubicBezTo>
                    <a:pt x="985482" y="3114985"/>
                    <a:pt x="946112" y="2717475"/>
                    <a:pt x="923252" y="2431725"/>
                  </a:cubicBezTo>
                  <a:cubicBezTo>
                    <a:pt x="895312" y="2079935"/>
                    <a:pt x="859752" y="1391595"/>
                    <a:pt x="867372" y="1251895"/>
                  </a:cubicBezTo>
                  <a:cubicBezTo>
                    <a:pt x="869912" y="1221415"/>
                    <a:pt x="872452" y="1211255"/>
                    <a:pt x="876262" y="1196015"/>
                  </a:cubicBezTo>
                  <a:cubicBezTo>
                    <a:pt x="880072" y="1185855"/>
                    <a:pt x="882612" y="1178235"/>
                    <a:pt x="888962" y="1170615"/>
                  </a:cubicBezTo>
                  <a:cubicBezTo>
                    <a:pt x="896582" y="1161725"/>
                    <a:pt x="911822" y="1151565"/>
                    <a:pt x="925792" y="1149025"/>
                  </a:cubicBezTo>
                  <a:cubicBezTo>
                    <a:pt x="938492" y="1147755"/>
                    <a:pt x="955002" y="1150295"/>
                    <a:pt x="966432" y="1157915"/>
                  </a:cubicBezTo>
                  <a:cubicBezTo>
                    <a:pt x="977862" y="1164265"/>
                    <a:pt x="984212" y="1170615"/>
                    <a:pt x="991832" y="1190935"/>
                  </a:cubicBezTo>
                  <a:cubicBezTo>
                    <a:pt x="1024852" y="1273485"/>
                    <a:pt x="1046442" y="1632895"/>
                    <a:pt x="1062952" y="1890705"/>
                  </a:cubicBezTo>
                  <a:cubicBezTo>
                    <a:pt x="1083272" y="2204395"/>
                    <a:pt x="1090892" y="2643815"/>
                    <a:pt x="1093432" y="2942265"/>
                  </a:cubicBezTo>
                  <a:cubicBezTo>
                    <a:pt x="1095972" y="3164515"/>
                    <a:pt x="1095972" y="3368985"/>
                    <a:pt x="1089622" y="3525195"/>
                  </a:cubicBezTo>
                  <a:cubicBezTo>
                    <a:pt x="1085812" y="3628065"/>
                    <a:pt x="1085812" y="3739825"/>
                    <a:pt x="1069302" y="3784275"/>
                  </a:cubicBezTo>
                  <a:cubicBezTo>
                    <a:pt x="1062952" y="3802055"/>
                    <a:pt x="1056602" y="3810945"/>
                    <a:pt x="1046442" y="3818565"/>
                  </a:cubicBezTo>
                  <a:cubicBezTo>
                    <a:pt x="1036282" y="3824915"/>
                    <a:pt x="1019772" y="3828725"/>
                    <a:pt x="1007072" y="3827455"/>
                  </a:cubicBezTo>
                  <a:cubicBezTo>
                    <a:pt x="994372" y="3826185"/>
                    <a:pt x="979132" y="3816025"/>
                    <a:pt x="971512" y="3808405"/>
                  </a:cubicBezTo>
                  <a:cubicBezTo>
                    <a:pt x="963892" y="3802055"/>
                    <a:pt x="962622" y="3796975"/>
                    <a:pt x="958812" y="3784275"/>
                  </a:cubicBezTo>
                  <a:cubicBezTo>
                    <a:pt x="946112" y="3746175"/>
                    <a:pt x="919442" y="3659815"/>
                    <a:pt x="916902" y="3548055"/>
                  </a:cubicBezTo>
                  <a:cubicBezTo>
                    <a:pt x="910552" y="3278815"/>
                    <a:pt x="1017232" y="2571425"/>
                    <a:pt x="1099782" y="2157405"/>
                  </a:cubicBezTo>
                  <a:cubicBezTo>
                    <a:pt x="1168362" y="1814505"/>
                    <a:pt x="1271232" y="1470335"/>
                    <a:pt x="1347432" y="1229035"/>
                  </a:cubicBezTo>
                  <a:cubicBezTo>
                    <a:pt x="1398232" y="1071555"/>
                    <a:pt x="1454112" y="893755"/>
                    <a:pt x="1490942" y="841685"/>
                  </a:cubicBezTo>
                  <a:cubicBezTo>
                    <a:pt x="1502372" y="826445"/>
                    <a:pt x="1511262" y="820095"/>
                    <a:pt x="1521422" y="816285"/>
                  </a:cubicBezTo>
                  <a:cubicBezTo>
                    <a:pt x="1530312" y="812475"/>
                    <a:pt x="1540472" y="812475"/>
                    <a:pt x="1549362" y="813745"/>
                  </a:cubicBezTo>
                  <a:cubicBezTo>
                    <a:pt x="1558252" y="815015"/>
                    <a:pt x="1567142" y="817555"/>
                    <a:pt x="1574762" y="823905"/>
                  </a:cubicBezTo>
                  <a:cubicBezTo>
                    <a:pt x="1583652" y="830255"/>
                    <a:pt x="1588732" y="837875"/>
                    <a:pt x="1596352" y="856925"/>
                  </a:cubicBezTo>
                  <a:cubicBezTo>
                    <a:pt x="1624292" y="920425"/>
                    <a:pt x="1692872" y="1174425"/>
                    <a:pt x="1708112" y="1302695"/>
                  </a:cubicBezTo>
                  <a:cubicBezTo>
                    <a:pt x="1718272" y="1396675"/>
                    <a:pt x="1720812" y="1479225"/>
                    <a:pt x="1704302" y="1552885"/>
                  </a:cubicBezTo>
                  <a:cubicBezTo>
                    <a:pt x="1690332" y="1616385"/>
                    <a:pt x="1666202" y="1696395"/>
                    <a:pt x="1628102" y="1719255"/>
                  </a:cubicBezTo>
                  <a:cubicBezTo>
                    <a:pt x="1598892" y="1738305"/>
                    <a:pt x="1549362" y="1737035"/>
                    <a:pt x="1516342" y="1716715"/>
                  </a:cubicBezTo>
                  <a:cubicBezTo>
                    <a:pt x="1465542" y="1687505"/>
                    <a:pt x="1399502" y="1547805"/>
                    <a:pt x="1386802" y="1502085"/>
                  </a:cubicBezTo>
                  <a:cubicBezTo>
                    <a:pt x="1380452" y="1481765"/>
                    <a:pt x="1382992" y="1467795"/>
                    <a:pt x="1386802" y="1456365"/>
                  </a:cubicBezTo>
                  <a:cubicBezTo>
                    <a:pt x="1389342" y="1444935"/>
                    <a:pt x="1395692" y="1437315"/>
                    <a:pt x="1403312" y="1429695"/>
                  </a:cubicBezTo>
                  <a:cubicBezTo>
                    <a:pt x="1413472" y="1422075"/>
                    <a:pt x="1433792" y="1414455"/>
                    <a:pt x="1446492" y="1413185"/>
                  </a:cubicBezTo>
                  <a:cubicBezTo>
                    <a:pt x="1456652" y="1413185"/>
                    <a:pt x="1466812" y="1414455"/>
                    <a:pt x="1476972" y="1420805"/>
                  </a:cubicBezTo>
                  <a:cubicBezTo>
                    <a:pt x="1488402" y="1427155"/>
                    <a:pt x="1501102" y="1433505"/>
                    <a:pt x="1507452" y="1455095"/>
                  </a:cubicBezTo>
                  <a:cubicBezTo>
                    <a:pt x="1527772" y="1524945"/>
                    <a:pt x="1457922" y="1784025"/>
                    <a:pt x="1419822" y="1988495"/>
                  </a:cubicBezTo>
                  <a:cubicBezTo>
                    <a:pt x="1366482" y="2266625"/>
                    <a:pt x="1278852" y="2798755"/>
                    <a:pt x="1209002" y="2970205"/>
                  </a:cubicBezTo>
                  <a:cubicBezTo>
                    <a:pt x="1181062" y="3036245"/>
                    <a:pt x="1155662" y="3074345"/>
                    <a:pt x="1127722" y="3098475"/>
                  </a:cubicBezTo>
                  <a:cubicBezTo>
                    <a:pt x="1109942" y="3112445"/>
                    <a:pt x="1089622" y="3118795"/>
                    <a:pt x="1074382" y="3118795"/>
                  </a:cubicBezTo>
                  <a:cubicBezTo>
                    <a:pt x="1064222" y="3118795"/>
                    <a:pt x="1055332" y="3114985"/>
                    <a:pt x="1047712" y="3108635"/>
                  </a:cubicBezTo>
                  <a:cubicBezTo>
                    <a:pt x="1037552" y="3101015"/>
                    <a:pt x="1029932" y="3093395"/>
                    <a:pt x="1022312" y="3073075"/>
                  </a:cubicBezTo>
                  <a:cubicBezTo>
                    <a:pt x="996912" y="3003225"/>
                    <a:pt x="977862" y="2764465"/>
                    <a:pt x="976592" y="2553645"/>
                  </a:cubicBezTo>
                  <a:cubicBezTo>
                    <a:pt x="974052" y="2225985"/>
                    <a:pt x="1038822" y="1418265"/>
                    <a:pt x="1074382" y="1297615"/>
                  </a:cubicBezTo>
                  <a:cubicBezTo>
                    <a:pt x="1082002" y="1276025"/>
                    <a:pt x="1085812" y="1269675"/>
                    <a:pt x="1094702" y="1260785"/>
                  </a:cubicBezTo>
                  <a:cubicBezTo>
                    <a:pt x="1104862" y="1253165"/>
                    <a:pt x="1121372" y="1248085"/>
                    <a:pt x="1134072" y="1248085"/>
                  </a:cubicBezTo>
                  <a:cubicBezTo>
                    <a:pt x="1148042" y="1248085"/>
                    <a:pt x="1163282" y="1254435"/>
                    <a:pt x="1173442" y="1263325"/>
                  </a:cubicBezTo>
                  <a:cubicBezTo>
                    <a:pt x="1182332" y="1272215"/>
                    <a:pt x="1186142" y="1278565"/>
                    <a:pt x="1191222" y="1301425"/>
                  </a:cubicBezTo>
                  <a:cubicBezTo>
                    <a:pt x="1214082" y="1414455"/>
                    <a:pt x="1120102" y="2394895"/>
                    <a:pt x="1132802" y="2396165"/>
                  </a:cubicBezTo>
                  <a:cubicBezTo>
                    <a:pt x="1135342" y="2397435"/>
                    <a:pt x="1136612" y="2366955"/>
                    <a:pt x="1144232" y="2356795"/>
                  </a:cubicBezTo>
                  <a:cubicBezTo>
                    <a:pt x="1151852" y="2346635"/>
                    <a:pt x="1165822" y="2336475"/>
                    <a:pt x="1178522" y="2333935"/>
                  </a:cubicBezTo>
                  <a:cubicBezTo>
                    <a:pt x="1191222" y="2331395"/>
                    <a:pt x="1209002" y="2332665"/>
                    <a:pt x="1220432" y="2340285"/>
                  </a:cubicBezTo>
                  <a:cubicBezTo>
                    <a:pt x="1233132" y="2349175"/>
                    <a:pt x="1244562" y="2387275"/>
                    <a:pt x="1249642" y="2386005"/>
                  </a:cubicBezTo>
                  <a:cubicBezTo>
                    <a:pt x="1263612" y="2379655"/>
                    <a:pt x="1142962" y="1946585"/>
                    <a:pt x="1140422" y="1883085"/>
                  </a:cubicBezTo>
                  <a:cubicBezTo>
                    <a:pt x="1140422" y="1869115"/>
                    <a:pt x="1140422" y="1864035"/>
                    <a:pt x="1145502" y="1855145"/>
                  </a:cubicBezTo>
                  <a:cubicBezTo>
                    <a:pt x="1150582" y="1844985"/>
                    <a:pt x="1160742" y="1831015"/>
                    <a:pt x="1173442" y="1825935"/>
                  </a:cubicBezTo>
                  <a:cubicBezTo>
                    <a:pt x="1187412" y="1819585"/>
                    <a:pt x="1214082" y="1820855"/>
                    <a:pt x="1228052" y="1827205"/>
                  </a:cubicBezTo>
                  <a:cubicBezTo>
                    <a:pt x="1239482" y="1833555"/>
                    <a:pt x="1245832" y="1839905"/>
                    <a:pt x="1254722" y="1858955"/>
                  </a:cubicBezTo>
                  <a:cubicBezTo>
                    <a:pt x="1282662" y="1918645"/>
                    <a:pt x="1320762" y="2115495"/>
                    <a:pt x="1327112" y="2289485"/>
                  </a:cubicBezTo>
                  <a:cubicBezTo>
                    <a:pt x="1337272" y="2549835"/>
                    <a:pt x="1258532" y="3178485"/>
                    <a:pt x="1240752" y="3271195"/>
                  </a:cubicBezTo>
                  <a:cubicBezTo>
                    <a:pt x="1236942" y="3286435"/>
                    <a:pt x="1236942" y="3288975"/>
                    <a:pt x="1231862" y="3297865"/>
                  </a:cubicBezTo>
                  <a:cubicBezTo>
                    <a:pt x="1224242" y="3306755"/>
                    <a:pt x="1211542" y="3318185"/>
                    <a:pt x="1198842" y="3321995"/>
                  </a:cubicBezTo>
                  <a:cubicBezTo>
                    <a:pt x="1186142" y="3325805"/>
                    <a:pt x="1169632" y="3324535"/>
                    <a:pt x="1156932" y="3319455"/>
                  </a:cubicBezTo>
                  <a:cubicBezTo>
                    <a:pt x="1145502" y="3313105"/>
                    <a:pt x="1132802" y="3308025"/>
                    <a:pt x="1128992" y="3288975"/>
                  </a:cubicBezTo>
                  <a:cubicBezTo>
                    <a:pt x="1109942" y="3192455"/>
                    <a:pt x="1541742" y="2289485"/>
                    <a:pt x="1539202" y="2288215"/>
                  </a:cubicBezTo>
                  <a:cubicBezTo>
                    <a:pt x="1537932" y="2288215"/>
                    <a:pt x="1530312" y="2316155"/>
                    <a:pt x="1521422" y="2325045"/>
                  </a:cubicBezTo>
                  <a:cubicBezTo>
                    <a:pt x="1512532" y="2333935"/>
                    <a:pt x="1496022" y="2341555"/>
                    <a:pt x="1483322" y="2341555"/>
                  </a:cubicBezTo>
                  <a:cubicBezTo>
                    <a:pt x="1470622" y="2342825"/>
                    <a:pt x="1454112" y="2336475"/>
                    <a:pt x="1443952" y="2328855"/>
                  </a:cubicBezTo>
                  <a:cubicBezTo>
                    <a:pt x="1433792" y="2321235"/>
                    <a:pt x="1435062" y="2294565"/>
                    <a:pt x="1423632" y="2293295"/>
                  </a:cubicBezTo>
                  <a:cubicBezTo>
                    <a:pt x="1391882" y="2290755"/>
                    <a:pt x="1285202" y="2485065"/>
                    <a:pt x="1221702" y="2535865"/>
                  </a:cubicBezTo>
                  <a:cubicBezTo>
                    <a:pt x="1179792" y="2567615"/>
                    <a:pt x="1128992" y="2554915"/>
                    <a:pt x="1102322" y="2593015"/>
                  </a:cubicBezTo>
                  <a:cubicBezTo>
                    <a:pt x="1062952" y="2648895"/>
                    <a:pt x="1076922" y="2750495"/>
                    <a:pt x="1068032" y="2882575"/>
                  </a:cubicBezTo>
                  <a:cubicBezTo>
                    <a:pt x="1050252" y="3156895"/>
                    <a:pt x="1094702" y="4048435"/>
                    <a:pt x="1056602" y="4166545"/>
                  </a:cubicBezTo>
                  <a:cubicBezTo>
                    <a:pt x="1050252" y="4188135"/>
                    <a:pt x="1042632" y="4193215"/>
                    <a:pt x="1033742" y="4199565"/>
                  </a:cubicBezTo>
                  <a:cubicBezTo>
                    <a:pt x="1026122" y="4205915"/>
                    <a:pt x="1017232" y="4209725"/>
                    <a:pt x="1008342" y="4209725"/>
                  </a:cubicBezTo>
                  <a:cubicBezTo>
                    <a:pt x="995642" y="4209725"/>
                    <a:pt x="979132" y="4207185"/>
                    <a:pt x="968972" y="4199565"/>
                  </a:cubicBezTo>
                  <a:cubicBezTo>
                    <a:pt x="957542" y="4191945"/>
                    <a:pt x="951192" y="4184325"/>
                    <a:pt x="944842" y="4166545"/>
                  </a:cubicBezTo>
                  <a:cubicBezTo>
                    <a:pt x="927062" y="4109395"/>
                    <a:pt x="934682" y="3944295"/>
                    <a:pt x="943572" y="3785545"/>
                  </a:cubicBezTo>
                  <a:cubicBezTo>
                    <a:pt x="957542" y="3518845"/>
                    <a:pt x="1013422" y="3018465"/>
                    <a:pt x="1061682" y="2716205"/>
                  </a:cubicBezTo>
                  <a:cubicBezTo>
                    <a:pt x="1097242" y="2491415"/>
                    <a:pt x="1146772" y="2204395"/>
                    <a:pt x="1181062" y="2133275"/>
                  </a:cubicBezTo>
                  <a:cubicBezTo>
                    <a:pt x="1191222" y="2115495"/>
                    <a:pt x="1198842" y="2109145"/>
                    <a:pt x="1207732" y="2102795"/>
                  </a:cubicBezTo>
                  <a:cubicBezTo>
                    <a:pt x="1216622" y="2097715"/>
                    <a:pt x="1225512" y="2096445"/>
                    <a:pt x="1234402" y="2096445"/>
                  </a:cubicBezTo>
                  <a:cubicBezTo>
                    <a:pt x="1243292" y="2096445"/>
                    <a:pt x="1253452" y="2097715"/>
                    <a:pt x="1261072" y="2102795"/>
                  </a:cubicBezTo>
                  <a:cubicBezTo>
                    <a:pt x="1271232" y="2107875"/>
                    <a:pt x="1280122" y="2115495"/>
                    <a:pt x="1289012" y="2132005"/>
                  </a:cubicBezTo>
                  <a:cubicBezTo>
                    <a:pt x="1313142" y="2185345"/>
                    <a:pt x="1330922" y="2307265"/>
                    <a:pt x="1342352" y="2491415"/>
                  </a:cubicBezTo>
                  <a:cubicBezTo>
                    <a:pt x="1376642" y="3092125"/>
                    <a:pt x="1263612" y="5315895"/>
                    <a:pt x="1219162" y="6347135"/>
                  </a:cubicBezTo>
                  <a:cubicBezTo>
                    <a:pt x="1189952" y="7039285"/>
                    <a:pt x="1191222" y="7954955"/>
                    <a:pt x="1126452" y="8079415"/>
                  </a:cubicBezTo>
                  <a:cubicBezTo>
                    <a:pt x="1117562" y="8098465"/>
                    <a:pt x="1106132" y="8099735"/>
                    <a:pt x="1094702" y="8104815"/>
                  </a:cubicBezTo>
                  <a:cubicBezTo>
                    <a:pt x="1085812" y="8108625"/>
                    <a:pt x="1076922" y="8108625"/>
                    <a:pt x="1068032" y="8106085"/>
                  </a:cubicBezTo>
                  <a:cubicBezTo>
                    <a:pt x="1056602" y="8103545"/>
                    <a:pt x="1041362" y="8094655"/>
                    <a:pt x="1032472" y="8085765"/>
                  </a:cubicBezTo>
                  <a:cubicBezTo>
                    <a:pt x="1026122" y="8078145"/>
                    <a:pt x="1023582" y="8074335"/>
                    <a:pt x="1021042" y="8060365"/>
                  </a:cubicBezTo>
                  <a:cubicBezTo>
                    <a:pt x="1012152" y="8004485"/>
                    <a:pt x="1029932" y="7844465"/>
                    <a:pt x="1060412" y="7620945"/>
                  </a:cubicBezTo>
                  <a:cubicBezTo>
                    <a:pt x="1162012" y="6880535"/>
                    <a:pt x="1755102" y="3861745"/>
                    <a:pt x="1946872" y="2877495"/>
                  </a:cubicBezTo>
                  <a:cubicBezTo>
                    <a:pt x="2034502" y="2432995"/>
                    <a:pt x="2076412" y="2092635"/>
                    <a:pt x="2143722" y="1909755"/>
                  </a:cubicBezTo>
                  <a:cubicBezTo>
                    <a:pt x="2172932" y="1831015"/>
                    <a:pt x="2207222" y="1771325"/>
                    <a:pt x="2231352" y="1749735"/>
                  </a:cubicBezTo>
                  <a:cubicBezTo>
                    <a:pt x="2240242" y="1740845"/>
                    <a:pt x="2246592" y="1739575"/>
                    <a:pt x="2256752" y="1738305"/>
                  </a:cubicBezTo>
                  <a:cubicBezTo>
                    <a:pt x="2268182" y="1738305"/>
                    <a:pt x="2285962" y="1739575"/>
                    <a:pt x="2297392" y="1747195"/>
                  </a:cubicBezTo>
                  <a:cubicBezTo>
                    <a:pt x="2308822" y="1756085"/>
                    <a:pt x="2320252" y="1766245"/>
                    <a:pt x="2324062" y="1794185"/>
                  </a:cubicBezTo>
                  <a:cubicBezTo>
                    <a:pt x="2340572" y="1917375"/>
                    <a:pt x="2139912" y="2502845"/>
                    <a:pt x="2030692" y="2882575"/>
                  </a:cubicBezTo>
                  <a:cubicBezTo>
                    <a:pt x="1907502" y="3308025"/>
                    <a:pt x="1724622" y="4030655"/>
                    <a:pt x="1616672" y="4222425"/>
                  </a:cubicBezTo>
                  <a:cubicBezTo>
                    <a:pt x="1582382" y="4283385"/>
                    <a:pt x="1553172" y="4313865"/>
                    <a:pt x="1523962" y="4327835"/>
                  </a:cubicBezTo>
                  <a:cubicBezTo>
                    <a:pt x="1504912" y="4337995"/>
                    <a:pt x="1483322" y="4337995"/>
                    <a:pt x="1468082" y="4332915"/>
                  </a:cubicBezTo>
                  <a:cubicBezTo>
                    <a:pt x="1455382" y="4327835"/>
                    <a:pt x="1447762" y="4321485"/>
                    <a:pt x="1438872" y="4303705"/>
                  </a:cubicBezTo>
                  <a:cubicBezTo>
                    <a:pt x="1412202" y="4251635"/>
                    <a:pt x="1399502" y="4108125"/>
                    <a:pt x="1388072" y="3948105"/>
                  </a:cubicBezTo>
                  <a:cubicBezTo>
                    <a:pt x="1363942" y="3615365"/>
                    <a:pt x="1320762" y="2660325"/>
                    <a:pt x="1382992" y="2410135"/>
                  </a:cubicBezTo>
                  <a:cubicBezTo>
                    <a:pt x="1405852" y="2322505"/>
                    <a:pt x="1441412" y="2265355"/>
                    <a:pt x="1473162" y="2242495"/>
                  </a:cubicBezTo>
                  <a:cubicBezTo>
                    <a:pt x="1490942" y="2231065"/>
                    <a:pt x="1512532" y="2231065"/>
                    <a:pt x="1526502" y="2236145"/>
                  </a:cubicBezTo>
                  <a:cubicBezTo>
                    <a:pt x="1541742" y="2242495"/>
                    <a:pt x="1550632" y="2248845"/>
                    <a:pt x="1562062" y="2276785"/>
                  </a:cubicBezTo>
                  <a:cubicBezTo>
                    <a:pt x="1653502" y="2481255"/>
                    <a:pt x="1907502" y="5028875"/>
                    <a:pt x="1890992" y="5234615"/>
                  </a:cubicBezTo>
                  <a:cubicBezTo>
                    <a:pt x="1889722" y="5258745"/>
                    <a:pt x="1888452" y="5263825"/>
                    <a:pt x="1880832" y="5273985"/>
                  </a:cubicBezTo>
                  <a:cubicBezTo>
                    <a:pt x="1870672" y="5286685"/>
                    <a:pt x="1846542" y="5298115"/>
                    <a:pt x="1831302" y="5298115"/>
                  </a:cubicBezTo>
                  <a:cubicBezTo>
                    <a:pt x="1817332" y="5299385"/>
                    <a:pt x="1802092" y="5291765"/>
                    <a:pt x="1791932" y="5282875"/>
                  </a:cubicBezTo>
                  <a:cubicBezTo>
                    <a:pt x="1783042" y="5273985"/>
                    <a:pt x="1779232" y="5268905"/>
                    <a:pt x="1774152" y="5244775"/>
                  </a:cubicBezTo>
                  <a:cubicBezTo>
                    <a:pt x="1741132" y="5080945"/>
                    <a:pt x="1878292" y="3728395"/>
                    <a:pt x="1910042" y="3145465"/>
                  </a:cubicBezTo>
                  <a:cubicBezTo>
                    <a:pt x="1932902" y="2731445"/>
                    <a:pt x="1932902" y="2194235"/>
                    <a:pt x="1959572" y="2081205"/>
                  </a:cubicBezTo>
                  <a:cubicBezTo>
                    <a:pt x="1964652" y="2058345"/>
                    <a:pt x="1967192" y="2051995"/>
                    <a:pt x="1976082" y="2041835"/>
                  </a:cubicBezTo>
                  <a:cubicBezTo>
                    <a:pt x="1984972" y="2032945"/>
                    <a:pt x="2001482" y="2025325"/>
                    <a:pt x="2014182" y="2024055"/>
                  </a:cubicBezTo>
                  <a:cubicBezTo>
                    <a:pt x="2026882" y="2022785"/>
                    <a:pt x="2044662" y="2027865"/>
                    <a:pt x="2054822" y="2035485"/>
                  </a:cubicBezTo>
                  <a:cubicBezTo>
                    <a:pt x="2064982" y="2044375"/>
                    <a:pt x="2072602" y="2050725"/>
                    <a:pt x="2077682" y="2072315"/>
                  </a:cubicBezTo>
                  <a:cubicBezTo>
                    <a:pt x="2098002" y="2154865"/>
                    <a:pt x="2063712" y="2482525"/>
                    <a:pt x="2028152" y="2742875"/>
                  </a:cubicBezTo>
                  <a:cubicBezTo>
                    <a:pt x="1976082" y="3111175"/>
                    <a:pt x="1824952" y="3790625"/>
                    <a:pt x="1756372" y="4067485"/>
                  </a:cubicBezTo>
                  <a:cubicBezTo>
                    <a:pt x="1723352" y="4194485"/>
                    <a:pt x="1694142" y="4297355"/>
                    <a:pt x="1672552" y="4344345"/>
                  </a:cubicBezTo>
                  <a:cubicBezTo>
                    <a:pt x="1664932" y="4362125"/>
                    <a:pt x="1661122" y="4371015"/>
                    <a:pt x="1650962" y="4378635"/>
                  </a:cubicBezTo>
                  <a:cubicBezTo>
                    <a:pt x="1640802" y="4386255"/>
                    <a:pt x="1623022" y="4388795"/>
                    <a:pt x="1611592" y="4388795"/>
                  </a:cubicBezTo>
                  <a:cubicBezTo>
                    <a:pt x="1602702" y="4388795"/>
                    <a:pt x="1593812" y="4386255"/>
                    <a:pt x="1586192" y="4379905"/>
                  </a:cubicBezTo>
                  <a:cubicBezTo>
                    <a:pt x="1576032" y="4373555"/>
                    <a:pt x="1565872" y="4358315"/>
                    <a:pt x="1562062" y="4346885"/>
                  </a:cubicBezTo>
                  <a:cubicBezTo>
                    <a:pt x="1558252" y="4337995"/>
                    <a:pt x="1565872" y="4330375"/>
                    <a:pt x="1560792" y="4320215"/>
                  </a:cubicBezTo>
                  <a:cubicBezTo>
                    <a:pt x="1553172" y="4301165"/>
                    <a:pt x="1512532" y="4298625"/>
                    <a:pt x="1497292" y="4255445"/>
                  </a:cubicBezTo>
                  <a:cubicBezTo>
                    <a:pt x="1422362" y="4049705"/>
                    <a:pt x="1620482" y="2754305"/>
                    <a:pt x="1678902" y="2151055"/>
                  </a:cubicBezTo>
                  <a:cubicBezTo>
                    <a:pt x="1723352" y="1693855"/>
                    <a:pt x="1766532" y="1267135"/>
                    <a:pt x="1809712" y="948365"/>
                  </a:cubicBezTo>
                  <a:cubicBezTo>
                    <a:pt x="1840192" y="736275"/>
                    <a:pt x="1875752" y="493705"/>
                    <a:pt x="1899882" y="421315"/>
                  </a:cubicBezTo>
                  <a:cubicBezTo>
                    <a:pt x="1906232" y="400995"/>
                    <a:pt x="1908772" y="393375"/>
                    <a:pt x="1918932" y="384485"/>
                  </a:cubicBezTo>
                  <a:cubicBezTo>
                    <a:pt x="1927822" y="376865"/>
                    <a:pt x="1944332" y="370515"/>
                    <a:pt x="1957032" y="370515"/>
                  </a:cubicBezTo>
                  <a:cubicBezTo>
                    <a:pt x="1965922" y="369245"/>
                    <a:pt x="1974812" y="371785"/>
                    <a:pt x="1983702" y="376865"/>
                  </a:cubicBezTo>
                  <a:cubicBezTo>
                    <a:pt x="1993862" y="381945"/>
                    <a:pt x="2001482" y="388295"/>
                    <a:pt x="2010372" y="406075"/>
                  </a:cubicBezTo>
                  <a:cubicBezTo>
                    <a:pt x="2043392" y="474655"/>
                    <a:pt x="2087842" y="718495"/>
                    <a:pt x="2103082" y="950905"/>
                  </a:cubicBezTo>
                  <a:cubicBezTo>
                    <a:pt x="2128482" y="1353495"/>
                    <a:pt x="2063712" y="2081205"/>
                    <a:pt x="2039582" y="2615875"/>
                  </a:cubicBezTo>
                  <a:cubicBezTo>
                    <a:pt x="2016722" y="3113715"/>
                    <a:pt x="1991322" y="3658545"/>
                    <a:pt x="1962112" y="4058595"/>
                  </a:cubicBezTo>
                  <a:cubicBezTo>
                    <a:pt x="1941792" y="4344345"/>
                    <a:pt x="1917662" y="4595805"/>
                    <a:pt x="1896072" y="4791385"/>
                  </a:cubicBezTo>
                  <a:cubicBezTo>
                    <a:pt x="1880832" y="4922195"/>
                    <a:pt x="1866862" y="5064435"/>
                    <a:pt x="1850352" y="5119045"/>
                  </a:cubicBezTo>
                  <a:cubicBezTo>
                    <a:pt x="1845272" y="5136825"/>
                    <a:pt x="1841462" y="5145715"/>
                    <a:pt x="1832572" y="5154605"/>
                  </a:cubicBezTo>
                  <a:cubicBezTo>
                    <a:pt x="1823682" y="5163495"/>
                    <a:pt x="1808442" y="5169845"/>
                    <a:pt x="1795742" y="5171115"/>
                  </a:cubicBezTo>
                  <a:cubicBezTo>
                    <a:pt x="1783042" y="5171115"/>
                    <a:pt x="1766532" y="5166035"/>
                    <a:pt x="1756372" y="5157145"/>
                  </a:cubicBezTo>
                  <a:cubicBezTo>
                    <a:pt x="1746212" y="5146985"/>
                    <a:pt x="1750022" y="5126665"/>
                    <a:pt x="1736052" y="5107615"/>
                  </a:cubicBezTo>
                  <a:cubicBezTo>
                    <a:pt x="1711922" y="5073325"/>
                    <a:pt x="1634452" y="5058085"/>
                    <a:pt x="1595082" y="4983155"/>
                  </a:cubicBezTo>
                  <a:cubicBezTo>
                    <a:pt x="1492212" y="4786305"/>
                    <a:pt x="1474432" y="4169085"/>
                    <a:pt x="1433792" y="3711885"/>
                  </a:cubicBezTo>
                  <a:cubicBezTo>
                    <a:pt x="1386802" y="3179755"/>
                    <a:pt x="1348702" y="2316155"/>
                    <a:pt x="1343622" y="1980875"/>
                  </a:cubicBezTo>
                  <a:cubicBezTo>
                    <a:pt x="1341082" y="1843715"/>
                    <a:pt x="1334732" y="1739575"/>
                    <a:pt x="1349972" y="1691315"/>
                  </a:cubicBezTo>
                  <a:cubicBezTo>
                    <a:pt x="1355052" y="1673535"/>
                    <a:pt x="1361402" y="1664645"/>
                    <a:pt x="1371562" y="1657025"/>
                  </a:cubicBezTo>
                  <a:cubicBezTo>
                    <a:pt x="1381722" y="1649405"/>
                    <a:pt x="1398232" y="1645595"/>
                    <a:pt x="1409662" y="1645595"/>
                  </a:cubicBezTo>
                  <a:cubicBezTo>
                    <a:pt x="1419822" y="1645595"/>
                    <a:pt x="1428712" y="1648135"/>
                    <a:pt x="1436332" y="1654485"/>
                  </a:cubicBezTo>
                  <a:cubicBezTo>
                    <a:pt x="1445222" y="1660835"/>
                    <a:pt x="1452842" y="1668455"/>
                    <a:pt x="1460462" y="1686235"/>
                  </a:cubicBezTo>
                  <a:cubicBezTo>
                    <a:pt x="1482052" y="1742115"/>
                    <a:pt x="1490942" y="1879275"/>
                    <a:pt x="1498562" y="2067235"/>
                  </a:cubicBezTo>
                  <a:cubicBezTo>
                    <a:pt x="1520152" y="2604445"/>
                    <a:pt x="1539202" y="4821865"/>
                    <a:pt x="1443952" y="5182545"/>
                  </a:cubicBezTo>
                  <a:cubicBezTo>
                    <a:pt x="1422362" y="5265095"/>
                    <a:pt x="1389342" y="5296845"/>
                    <a:pt x="1367752" y="5324785"/>
                  </a:cubicBezTo>
                  <a:cubicBezTo>
                    <a:pt x="1356322" y="5338755"/>
                    <a:pt x="1348702" y="5347645"/>
                    <a:pt x="1336002" y="5351455"/>
                  </a:cubicBezTo>
                  <a:cubicBezTo>
                    <a:pt x="1320762" y="5355265"/>
                    <a:pt x="1295362" y="5352725"/>
                    <a:pt x="1282662" y="5343835"/>
                  </a:cubicBezTo>
                  <a:cubicBezTo>
                    <a:pt x="1269962" y="5334945"/>
                    <a:pt x="1263612" y="5324785"/>
                    <a:pt x="1258532" y="5295575"/>
                  </a:cubicBezTo>
                  <a:cubicBezTo>
                    <a:pt x="1229322" y="5143175"/>
                    <a:pt x="1311872" y="4291005"/>
                    <a:pt x="1396962" y="3779195"/>
                  </a:cubicBezTo>
                  <a:cubicBezTo>
                    <a:pt x="1485862" y="3244525"/>
                    <a:pt x="1654772" y="2613335"/>
                    <a:pt x="1793202" y="2154865"/>
                  </a:cubicBezTo>
                  <a:cubicBezTo>
                    <a:pt x="1896072" y="1809425"/>
                    <a:pt x="2017992" y="1495735"/>
                    <a:pt x="2113242" y="1259515"/>
                  </a:cubicBezTo>
                  <a:cubicBezTo>
                    <a:pt x="2176742" y="1102035"/>
                    <a:pt x="2241512" y="921695"/>
                    <a:pt x="2288502" y="869625"/>
                  </a:cubicBezTo>
                  <a:cubicBezTo>
                    <a:pt x="2305012" y="851845"/>
                    <a:pt x="2320252" y="844225"/>
                    <a:pt x="2335492" y="844225"/>
                  </a:cubicBezTo>
                  <a:cubicBezTo>
                    <a:pt x="2350732" y="844225"/>
                    <a:pt x="2368512" y="850575"/>
                    <a:pt x="2382482" y="868355"/>
                  </a:cubicBezTo>
                  <a:cubicBezTo>
                    <a:pt x="2415502" y="908995"/>
                    <a:pt x="2447252" y="1020755"/>
                    <a:pt x="2447252" y="1151565"/>
                  </a:cubicBezTo>
                  <a:cubicBezTo>
                    <a:pt x="2447252" y="1448745"/>
                    <a:pt x="2236432" y="2165025"/>
                    <a:pt x="2118322" y="2610795"/>
                  </a:cubicBezTo>
                  <a:cubicBezTo>
                    <a:pt x="2015452" y="2996875"/>
                    <a:pt x="1894802" y="3376605"/>
                    <a:pt x="1791932" y="3678865"/>
                  </a:cubicBezTo>
                  <a:cubicBezTo>
                    <a:pt x="1714462" y="3906195"/>
                    <a:pt x="1635722" y="4109395"/>
                    <a:pt x="1568412" y="4269415"/>
                  </a:cubicBezTo>
                  <a:cubicBezTo>
                    <a:pt x="1521422" y="4383715"/>
                    <a:pt x="1484592" y="4484045"/>
                    <a:pt x="1438872" y="4556435"/>
                  </a:cubicBezTo>
                  <a:cubicBezTo>
                    <a:pt x="1407122" y="4607235"/>
                    <a:pt x="1369022" y="4659305"/>
                    <a:pt x="1339812" y="4673275"/>
                  </a:cubicBezTo>
                  <a:cubicBezTo>
                    <a:pt x="1325842" y="4680895"/>
                    <a:pt x="1310602" y="4679625"/>
                    <a:pt x="1297902" y="4675815"/>
                  </a:cubicBezTo>
                  <a:cubicBezTo>
                    <a:pt x="1286472" y="4672005"/>
                    <a:pt x="1275042" y="4666925"/>
                    <a:pt x="1264882" y="4649145"/>
                  </a:cubicBezTo>
                  <a:cubicBezTo>
                    <a:pt x="1234402" y="4593265"/>
                    <a:pt x="1207732" y="4391335"/>
                    <a:pt x="1212812" y="4208455"/>
                  </a:cubicBezTo>
                  <a:cubicBezTo>
                    <a:pt x="1220432" y="3899845"/>
                    <a:pt x="1342352" y="3342315"/>
                    <a:pt x="1427442" y="2974015"/>
                  </a:cubicBezTo>
                  <a:cubicBezTo>
                    <a:pt x="1499832" y="2667945"/>
                    <a:pt x="1595082" y="2364415"/>
                    <a:pt x="1672552" y="2147245"/>
                  </a:cubicBezTo>
                  <a:cubicBezTo>
                    <a:pt x="1724622" y="2002465"/>
                    <a:pt x="1775422" y="1834825"/>
                    <a:pt x="1822412" y="1791645"/>
                  </a:cubicBezTo>
                  <a:cubicBezTo>
                    <a:pt x="1840192" y="1776405"/>
                    <a:pt x="1859242" y="1775135"/>
                    <a:pt x="1873212" y="1775135"/>
                  </a:cubicBezTo>
                  <a:cubicBezTo>
                    <a:pt x="1883372" y="1776405"/>
                    <a:pt x="1890992" y="1780215"/>
                    <a:pt x="1898612" y="1786565"/>
                  </a:cubicBezTo>
                  <a:cubicBezTo>
                    <a:pt x="1907502" y="1794185"/>
                    <a:pt x="1912582" y="1801805"/>
                    <a:pt x="1920202" y="1820855"/>
                  </a:cubicBezTo>
                  <a:cubicBezTo>
                    <a:pt x="1945602" y="1890705"/>
                    <a:pt x="1982432" y="2119305"/>
                    <a:pt x="1995132" y="2337745"/>
                  </a:cubicBezTo>
                  <a:cubicBezTo>
                    <a:pt x="2015452" y="2713665"/>
                    <a:pt x="1976082" y="3427405"/>
                    <a:pt x="1943062" y="3876985"/>
                  </a:cubicBezTo>
                  <a:cubicBezTo>
                    <a:pt x="1917662" y="4228775"/>
                    <a:pt x="1883372" y="4578025"/>
                    <a:pt x="1836382" y="4816785"/>
                  </a:cubicBezTo>
                  <a:cubicBezTo>
                    <a:pt x="1808442" y="4966645"/>
                    <a:pt x="1760182" y="5129205"/>
                    <a:pt x="1738592" y="5177465"/>
                  </a:cubicBezTo>
                  <a:cubicBezTo>
                    <a:pt x="1732242" y="5190165"/>
                    <a:pt x="1730972" y="5193975"/>
                    <a:pt x="1723352" y="5199055"/>
                  </a:cubicBezTo>
                  <a:cubicBezTo>
                    <a:pt x="1713192" y="5206675"/>
                    <a:pt x="1697952" y="5214295"/>
                    <a:pt x="1685252" y="5214295"/>
                  </a:cubicBezTo>
                  <a:cubicBezTo>
                    <a:pt x="1672552" y="5214295"/>
                    <a:pt x="1656042" y="5206675"/>
                    <a:pt x="1647152" y="5200325"/>
                  </a:cubicBezTo>
                  <a:cubicBezTo>
                    <a:pt x="1639532" y="5193975"/>
                    <a:pt x="1636992" y="5190165"/>
                    <a:pt x="1631912" y="5177465"/>
                  </a:cubicBezTo>
                  <a:cubicBezTo>
                    <a:pt x="1606512" y="5124125"/>
                    <a:pt x="1535392" y="4904415"/>
                    <a:pt x="1521422" y="4729155"/>
                  </a:cubicBezTo>
                  <a:cubicBezTo>
                    <a:pt x="1502372" y="4486585"/>
                    <a:pt x="1546822" y="4120825"/>
                    <a:pt x="1591272" y="3852855"/>
                  </a:cubicBezTo>
                  <a:cubicBezTo>
                    <a:pt x="1630642" y="3619175"/>
                    <a:pt x="1706842" y="3389305"/>
                    <a:pt x="1757642" y="3208965"/>
                  </a:cubicBezTo>
                  <a:cubicBezTo>
                    <a:pt x="1795742" y="3078155"/>
                    <a:pt x="1823682" y="2957505"/>
                    <a:pt x="1863052" y="2869875"/>
                  </a:cubicBezTo>
                  <a:cubicBezTo>
                    <a:pt x="1889722" y="2810185"/>
                    <a:pt x="1917662" y="2745415"/>
                    <a:pt x="1948142" y="2727635"/>
                  </a:cubicBezTo>
                  <a:cubicBezTo>
                    <a:pt x="1964652" y="2716205"/>
                    <a:pt x="1987512" y="2717475"/>
                    <a:pt x="2001482" y="2723825"/>
                  </a:cubicBezTo>
                  <a:cubicBezTo>
                    <a:pt x="2016722" y="2730175"/>
                    <a:pt x="2026882" y="2745415"/>
                    <a:pt x="2035772" y="2767005"/>
                  </a:cubicBezTo>
                  <a:cubicBezTo>
                    <a:pt x="2053552" y="2811455"/>
                    <a:pt x="2058632" y="2892735"/>
                    <a:pt x="2061172" y="2993065"/>
                  </a:cubicBezTo>
                  <a:cubicBezTo>
                    <a:pt x="2064982" y="3192455"/>
                    <a:pt x="2042122" y="3600125"/>
                    <a:pt x="2005292" y="3887145"/>
                  </a:cubicBezTo>
                  <a:cubicBezTo>
                    <a:pt x="1968462" y="4158925"/>
                    <a:pt x="1898612" y="4463725"/>
                    <a:pt x="1845272" y="4674545"/>
                  </a:cubicBezTo>
                  <a:cubicBezTo>
                    <a:pt x="1809712" y="4818055"/>
                    <a:pt x="1790662" y="4961565"/>
                    <a:pt x="1737322" y="5035225"/>
                  </a:cubicBezTo>
                  <a:cubicBezTo>
                    <a:pt x="1704302" y="5080945"/>
                    <a:pt x="1647152" y="5112695"/>
                    <a:pt x="1616672" y="5116505"/>
                  </a:cubicBezTo>
                  <a:cubicBezTo>
                    <a:pt x="1600162" y="5119045"/>
                    <a:pt x="1587462" y="5112695"/>
                    <a:pt x="1576032" y="5105075"/>
                  </a:cubicBezTo>
                  <a:cubicBezTo>
                    <a:pt x="1565872" y="5097455"/>
                    <a:pt x="1560792" y="5091105"/>
                    <a:pt x="1553172" y="5069515"/>
                  </a:cubicBezTo>
                  <a:cubicBezTo>
                    <a:pt x="1515072" y="4939975"/>
                    <a:pt x="1512532" y="4097965"/>
                    <a:pt x="1539202" y="3633145"/>
                  </a:cubicBezTo>
                  <a:cubicBezTo>
                    <a:pt x="1564602" y="3192455"/>
                    <a:pt x="1644612" y="2694615"/>
                    <a:pt x="1700492" y="2347905"/>
                  </a:cubicBezTo>
                  <a:cubicBezTo>
                    <a:pt x="1739862" y="2111685"/>
                    <a:pt x="1791932" y="1831015"/>
                    <a:pt x="1821142" y="1753545"/>
                  </a:cubicBezTo>
                  <a:cubicBezTo>
                    <a:pt x="1828762" y="1733225"/>
                    <a:pt x="1831302" y="1725605"/>
                    <a:pt x="1841462" y="1716715"/>
                  </a:cubicBezTo>
                  <a:cubicBezTo>
                    <a:pt x="1851622" y="1707825"/>
                    <a:pt x="1868132" y="1702745"/>
                    <a:pt x="1880832" y="1702745"/>
                  </a:cubicBezTo>
                  <a:cubicBezTo>
                    <a:pt x="1893532" y="1702745"/>
                    <a:pt x="1910042" y="1709095"/>
                    <a:pt x="1918932" y="1717985"/>
                  </a:cubicBezTo>
                  <a:cubicBezTo>
                    <a:pt x="1929092" y="1726875"/>
                    <a:pt x="1932902" y="1733225"/>
                    <a:pt x="1937982" y="1756085"/>
                  </a:cubicBezTo>
                  <a:cubicBezTo>
                    <a:pt x="1974812" y="1931345"/>
                    <a:pt x="1846542" y="3589965"/>
                    <a:pt x="1804632" y="4122095"/>
                  </a:cubicBezTo>
                  <a:cubicBezTo>
                    <a:pt x="1784312" y="4392605"/>
                    <a:pt x="1776692" y="4567865"/>
                    <a:pt x="1744942" y="4734235"/>
                  </a:cubicBezTo>
                  <a:cubicBezTo>
                    <a:pt x="1722082" y="4853615"/>
                    <a:pt x="1694142" y="4992045"/>
                    <a:pt x="1659852" y="5036495"/>
                  </a:cubicBezTo>
                  <a:cubicBezTo>
                    <a:pt x="1644612" y="5054275"/>
                    <a:pt x="1628102" y="5060625"/>
                    <a:pt x="1612862" y="5061895"/>
                  </a:cubicBezTo>
                  <a:cubicBezTo>
                    <a:pt x="1600162" y="5063165"/>
                    <a:pt x="1588732" y="5060625"/>
                    <a:pt x="1574762" y="5047925"/>
                  </a:cubicBezTo>
                  <a:cubicBezTo>
                    <a:pt x="1537932" y="5018715"/>
                    <a:pt x="1466812" y="4927275"/>
                    <a:pt x="1428712" y="4812975"/>
                  </a:cubicBezTo>
                  <a:cubicBezTo>
                    <a:pt x="1352512" y="4581835"/>
                    <a:pt x="1341082" y="4024305"/>
                    <a:pt x="1332192" y="3673785"/>
                  </a:cubicBezTo>
                  <a:cubicBezTo>
                    <a:pt x="1324572" y="3374065"/>
                    <a:pt x="1342352" y="3059105"/>
                    <a:pt x="1360132" y="2839395"/>
                  </a:cubicBezTo>
                  <a:cubicBezTo>
                    <a:pt x="1371562" y="2694615"/>
                    <a:pt x="1384262" y="2575235"/>
                    <a:pt x="1407122" y="2481255"/>
                  </a:cubicBezTo>
                  <a:cubicBezTo>
                    <a:pt x="1421092" y="2419025"/>
                    <a:pt x="1435062" y="2351715"/>
                    <a:pt x="1460462" y="2328855"/>
                  </a:cubicBezTo>
                  <a:cubicBezTo>
                    <a:pt x="1475702" y="2314885"/>
                    <a:pt x="1499832" y="2314885"/>
                    <a:pt x="1513802" y="2316155"/>
                  </a:cubicBezTo>
                  <a:cubicBezTo>
                    <a:pt x="1523962" y="2317425"/>
                    <a:pt x="1531582" y="2322505"/>
                    <a:pt x="1539202" y="2330125"/>
                  </a:cubicBezTo>
                  <a:cubicBezTo>
                    <a:pt x="1546822" y="2337745"/>
                    <a:pt x="1551902" y="2342825"/>
                    <a:pt x="1558252" y="2366955"/>
                  </a:cubicBezTo>
                  <a:cubicBezTo>
                    <a:pt x="1606512" y="2559995"/>
                    <a:pt x="1605242" y="5042845"/>
                    <a:pt x="1586192" y="5213025"/>
                  </a:cubicBezTo>
                  <a:cubicBezTo>
                    <a:pt x="1583652" y="5229535"/>
                    <a:pt x="1583652" y="5232075"/>
                    <a:pt x="1578572" y="5240965"/>
                  </a:cubicBezTo>
                  <a:cubicBezTo>
                    <a:pt x="1573492" y="5251125"/>
                    <a:pt x="1560792" y="5265095"/>
                    <a:pt x="1548092" y="5268906"/>
                  </a:cubicBezTo>
                  <a:cubicBezTo>
                    <a:pt x="1532852" y="5273985"/>
                    <a:pt x="1506182" y="5271445"/>
                    <a:pt x="1492212" y="5262556"/>
                  </a:cubicBezTo>
                  <a:cubicBezTo>
                    <a:pt x="1478242" y="5253665"/>
                    <a:pt x="1471892" y="5240965"/>
                    <a:pt x="1466812" y="5213025"/>
                  </a:cubicBezTo>
                  <a:cubicBezTo>
                    <a:pt x="1442682" y="5110156"/>
                    <a:pt x="1466812" y="4739315"/>
                    <a:pt x="1502372" y="4435785"/>
                  </a:cubicBezTo>
                  <a:cubicBezTo>
                    <a:pt x="1554442" y="4000175"/>
                    <a:pt x="1713192" y="3290245"/>
                    <a:pt x="1803362" y="2854635"/>
                  </a:cubicBezTo>
                  <a:cubicBezTo>
                    <a:pt x="1868132" y="2546025"/>
                    <a:pt x="1924012" y="2275515"/>
                    <a:pt x="1982432" y="2067235"/>
                  </a:cubicBezTo>
                  <a:cubicBezTo>
                    <a:pt x="2020532" y="1927535"/>
                    <a:pt x="2058632" y="1771325"/>
                    <a:pt x="2095462" y="1720525"/>
                  </a:cubicBezTo>
                  <a:cubicBezTo>
                    <a:pt x="2110702" y="1700205"/>
                    <a:pt x="2125942" y="1692585"/>
                    <a:pt x="2138642" y="1688775"/>
                  </a:cubicBezTo>
                  <a:cubicBezTo>
                    <a:pt x="2148802" y="1686235"/>
                    <a:pt x="2157692" y="1687505"/>
                    <a:pt x="2166582" y="1691315"/>
                  </a:cubicBezTo>
                  <a:cubicBezTo>
                    <a:pt x="2176742" y="1696396"/>
                    <a:pt x="2186902" y="1701475"/>
                    <a:pt x="2197062" y="1717985"/>
                  </a:cubicBezTo>
                  <a:cubicBezTo>
                    <a:pt x="2223732" y="1763705"/>
                    <a:pt x="2263102" y="1903405"/>
                    <a:pt x="2265642" y="2030405"/>
                  </a:cubicBezTo>
                  <a:cubicBezTo>
                    <a:pt x="2270722" y="2225985"/>
                    <a:pt x="2207222" y="2532055"/>
                    <a:pt x="2142452" y="2779705"/>
                  </a:cubicBezTo>
                  <a:cubicBezTo>
                    <a:pt x="2075142" y="3034975"/>
                    <a:pt x="1950682" y="3324535"/>
                    <a:pt x="1868132" y="3536625"/>
                  </a:cubicBezTo>
                  <a:cubicBezTo>
                    <a:pt x="1807172" y="3692835"/>
                    <a:pt x="1751292" y="3833806"/>
                    <a:pt x="1701762" y="3940485"/>
                  </a:cubicBezTo>
                  <a:cubicBezTo>
                    <a:pt x="1667472" y="4014145"/>
                    <a:pt x="1634452" y="4092885"/>
                    <a:pt x="1607782" y="4123365"/>
                  </a:cubicBezTo>
                  <a:cubicBezTo>
                    <a:pt x="1595082" y="4137335"/>
                    <a:pt x="1586192" y="4142415"/>
                    <a:pt x="1573492" y="4144956"/>
                  </a:cubicBezTo>
                  <a:cubicBezTo>
                    <a:pt x="1560792" y="4148765"/>
                    <a:pt x="1544282" y="4146225"/>
                    <a:pt x="1534122" y="4139875"/>
                  </a:cubicBezTo>
                  <a:cubicBezTo>
                    <a:pt x="1521422" y="4130985"/>
                    <a:pt x="1513802" y="4119556"/>
                    <a:pt x="1504912" y="4095425"/>
                  </a:cubicBezTo>
                  <a:cubicBezTo>
                    <a:pt x="1474432" y="4006525"/>
                    <a:pt x="1435062" y="3678865"/>
                    <a:pt x="1452842" y="3454075"/>
                  </a:cubicBezTo>
                  <a:cubicBezTo>
                    <a:pt x="1473162" y="3200075"/>
                    <a:pt x="1576032" y="2886385"/>
                    <a:pt x="1648422" y="2652705"/>
                  </a:cubicBezTo>
                  <a:cubicBezTo>
                    <a:pt x="1705572" y="2467285"/>
                    <a:pt x="1776692" y="2288215"/>
                    <a:pt x="1833842" y="2159945"/>
                  </a:cubicBezTo>
                  <a:cubicBezTo>
                    <a:pt x="1871942" y="2072315"/>
                    <a:pt x="1907502" y="1975795"/>
                    <a:pt x="1944332" y="1946585"/>
                  </a:cubicBezTo>
                  <a:cubicBezTo>
                    <a:pt x="1960842" y="1932615"/>
                    <a:pt x="1981162" y="1930075"/>
                    <a:pt x="1996402" y="1933885"/>
                  </a:cubicBezTo>
                  <a:cubicBezTo>
                    <a:pt x="2011642" y="1937696"/>
                    <a:pt x="2024342" y="1947855"/>
                    <a:pt x="2035772" y="1969446"/>
                  </a:cubicBezTo>
                  <a:cubicBezTo>
                    <a:pt x="2067522" y="2025325"/>
                    <a:pt x="2101812" y="2196775"/>
                    <a:pt x="2096732" y="2339015"/>
                  </a:cubicBezTo>
                  <a:cubicBezTo>
                    <a:pt x="2089112" y="2533325"/>
                    <a:pt x="1987512" y="2831775"/>
                    <a:pt x="1935442" y="3031165"/>
                  </a:cubicBezTo>
                  <a:cubicBezTo>
                    <a:pt x="1894802" y="3184835"/>
                    <a:pt x="1860512" y="3334695"/>
                    <a:pt x="1814792" y="3437565"/>
                  </a:cubicBezTo>
                  <a:cubicBezTo>
                    <a:pt x="1785582" y="3506145"/>
                    <a:pt x="1750022" y="3573456"/>
                    <a:pt x="1717002" y="3598856"/>
                  </a:cubicBezTo>
                  <a:cubicBezTo>
                    <a:pt x="1700492" y="3612825"/>
                    <a:pt x="1681442" y="3616635"/>
                    <a:pt x="1666202" y="3615365"/>
                  </a:cubicBezTo>
                  <a:cubicBezTo>
                    <a:pt x="1653502" y="3614095"/>
                    <a:pt x="1639532" y="3605206"/>
                    <a:pt x="1631912" y="3595045"/>
                  </a:cubicBezTo>
                  <a:cubicBezTo>
                    <a:pt x="1623022" y="3582345"/>
                    <a:pt x="1629372" y="3562025"/>
                    <a:pt x="1621752" y="3542975"/>
                  </a:cubicBezTo>
                  <a:cubicBezTo>
                    <a:pt x="1609052" y="3512495"/>
                    <a:pt x="1573492" y="3497256"/>
                    <a:pt x="1554442" y="3438835"/>
                  </a:cubicBezTo>
                  <a:cubicBezTo>
                    <a:pt x="1494752" y="3248335"/>
                    <a:pt x="1489672" y="2214555"/>
                    <a:pt x="1499832" y="2102796"/>
                  </a:cubicBezTo>
                  <a:cubicBezTo>
                    <a:pt x="1501102" y="2086285"/>
                    <a:pt x="1501102" y="2083746"/>
                    <a:pt x="1506182" y="2074856"/>
                  </a:cubicBezTo>
                  <a:cubicBezTo>
                    <a:pt x="1512532" y="2063425"/>
                    <a:pt x="1525232" y="2050725"/>
                    <a:pt x="1536662" y="2045646"/>
                  </a:cubicBezTo>
                  <a:cubicBezTo>
                    <a:pt x="1549362" y="2040565"/>
                    <a:pt x="1567142" y="2041835"/>
                    <a:pt x="1579842" y="2044375"/>
                  </a:cubicBezTo>
                  <a:cubicBezTo>
                    <a:pt x="1588732" y="2046915"/>
                    <a:pt x="1596352" y="2051996"/>
                    <a:pt x="1602702" y="2059615"/>
                  </a:cubicBezTo>
                  <a:cubicBezTo>
                    <a:pt x="1610322" y="2069775"/>
                    <a:pt x="1616672" y="2077396"/>
                    <a:pt x="1619212" y="2098985"/>
                  </a:cubicBezTo>
                  <a:cubicBezTo>
                    <a:pt x="1626832" y="2185346"/>
                    <a:pt x="1527772" y="2628575"/>
                    <a:pt x="1483322" y="2768275"/>
                  </a:cubicBezTo>
                  <a:cubicBezTo>
                    <a:pt x="1461732" y="2836856"/>
                    <a:pt x="1435062" y="2859715"/>
                    <a:pt x="1418552" y="2914325"/>
                  </a:cubicBezTo>
                  <a:cubicBezTo>
                    <a:pt x="1400772" y="2975285"/>
                    <a:pt x="1407122" y="3080696"/>
                    <a:pt x="1385532" y="3120065"/>
                  </a:cubicBezTo>
                  <a:cubicBezTo>
                    <a:pt x="1372832" y="3141656"/>
                    <a:pt x="1356322" y="3154356"/>
                    <a:pt x="1339812" y="3159435"/>
                  </a:cubicBezTo>
                  <a:cubicBezTo>
                    <a:pt x="1325842" y="3163246"/>
                    <a:pt x="1306792" y="3158165"/>
                    <a:pt x="1295362" y="3153085"/>
                  </a:cubicBezTo>
                  <a:cubicBezTo>
                    <a:pt x="1285202" y="3149275"/>
                    <a:pt x="1277582" y="3141656"/>
                    <a:pt x="1272502" y="3132765"/>
                  </a:cubicBezTo>
                  <a:cubicBezTo>
                    <a:pt x="1264882" y="3121335"/>
                    <a:pt x="1262342" y="3112446"/>
                    <a:pt x="1262342" y="3088315"/>
                  </a:cubicBezTo>
                  <a:cubicBezTo>
                    <a:pt x="1257262" y="2976556"/>
                    <a:pt x="1348702" y="2384735"/>
                    <a:pt x="1395692" y="2140896"/>
                  </a:cubicBezTo>
                  <a:cubicBezTo>
                    <a:pt x="1424902" y="1985956"/>
                    <a:pt x="1452842" y="1858956"/>
                    <a:pt x="1488402" y="1761166"/>
                  </a:cubicBezTo>
                  <a:cubicBezTo>
                    <a:pt x="1513802" y="1695125"/>
                    <a:pt x="1540472" y="1622735"/>
                    <a:pt x="1568412" y="1601146"/>
                  </a:cubicBezTo>
                  <a:cubicBezTo>
                    <a:pt x="1581112" y="1589716"/>
                    <a:pt x="1596352" y="1589716"/>
                    <a:pt x="1609052" y="1590985"/>
                  </a:cubicBezTo>
                  <a:cubicBezTo>
                    <a:pt x="1621752" y="1592256"/>
                    <a:pt x="1635722" y="1597335"/>
                    <a:pt x="1647152" y="1610035"/>
                  </a:cubicBezTo>
                  <a:cubicBezTo>
                    <a:pt x="1666202" y="1635435"/>
                    <a:pt x="1676362" y="1692585"/>
                    <a:pt x="1685252" y="1752275"/>
                  </a:cubicBezTo>
                  <a:cubicBezTo>
                    <a:pt x="1699222" y="1851335"/>
                    <a:pt x="1706842" y="2012625"/>
                    <a:pt x="1695412" y="2148516"/>
                  </a:cubicBezTo>
                  <a:cubicBezTo>
                    <a:pt x="1683982" y="2292025"/>
                    <a:pt x="1635722" y="2528246"/>
                    <a:pt x="1611592" y="2593016"/>
                  </a:cubicBezTo>
                  <a:cubicBezTo>
                    <a:pt x="1603972" y="2612066"/>
                    <a:pt x="1598892" y="2620956"/>
                    <a:pt x="1590002" y="2628575"/>
                  </a:cubicBezTo>
                  <a:cubicBezTo>
                    <a:pt x="1583652" y="2634925"/>
                    <a:pt x="1574762" y="2640006"/>
                    <a:pt x="1564602" y="2641275"/>
                  </a:cubicBezTo>
                  <a:cubicBezTo>
                    <a:pt x="1553172" y="2642546"/>
                    <a:pt x="1534122" y="2640006"/>
                    <a:pt x="1523962" y="2633656"/>
                  </a:cubicBezTo>
                  <a:cubicBezTo>
                    <a:pt x="1515072" y="2629846"/>
                    <a:pt x="1511262" y="2626035"/>
                    <a:pt x="1503642" y="2614606"/>
                  </a:cubicBezTo>
                  <a:cubicBezTo>
                    <a:pt x="1482052" y="2579046"/>
                    <a:pt x="1438872" y="2439346"/>
                    <a:pt x="1423632" y="2360606"/>
                  </a:cubicBezTo>
                  <a:cubicBezTo>
                    <a:pt x="1410932" y="2295835"/>
                    <a:pt x="1404582" y="2215825"/>
                    <a:pt x="1408392" y="2176456"/>
                  </a:cubicBezTo>
                  <a:cubicBezTo>
                    <a:pt x="1410932" y="2157406"/>
                    <a:pt x="1413472" y="2145975"/>
                    <a:pt x="1422362" y="2134546"/>
                  </a:cubicBezTo>
                  <a:cubicBezTo>
                    <a:pt x="1429982" y="2124385"/>
                    <a:pt x="1445222" y="2114225"/>
                    <a:pt x="1459192" y="2111685"/>
                  </a:cubicBezTo>
                  <a:cubicBezTo>
                    <a:pt x="1475702" y="2110416"/>
                    <a:pt x="1502372" y="2118035"/>
                    <a:pt x="1515072" y="2129466"/>
                  </a:cubicBezTo>
                  <a:cubicBezTo>
                    <a:pt x="1525232" y="2138356"/>
                    <a:pt x="1527772" y="2144706"/>
                    <a:pt x="1532852" y="2168835"/>
                  </a:cubicBezTo>
                  <a:cubicBezTo>
                    <a:pt x="1570952" y="2346635"/>
                    <a:pt x="1555712" y="4024306"/>
                    <a:pt x="1526502" y="4466265"/>
                  </a:cubicBezTo>
                  <a:cubicBezTo>
                    <a:pt x="1515072" y="4646606"/>
                    <a:pt x="1501102" y="4765985"/>
                    <a:pt x="1478242" y="4844725"/>
                  </a:cubicBezTo>
                  <a:cubicBezTo>
                    <a:pt x="1466812" y="4884095"/>
                    <a:pt x="1455382" y="4912035"/>
                    <a:pt x="1438872" y="4927275"/>
                  </a:cubicBezTo>
                  <a:cubicBezTo>
                    <a:pt x="1427442" y="4938706"/>
                    <a:pt x="1410932" y="4942515"/>
                    <a:pt x="1398232" y="4943785"/>
                  </a:cubicBezTo>
                  <a:cubicBezTo>
                    <a:pt x="1388072" y="4945056"/>
                    <a:pt x="1380452" y="4945056"/>
                    <a:pt x="1370292" y="4937435"/>
                  </a:cubicBezTo>
                  <a:cubicBezTo>
                    <a:pt x="1343622" y="4918385"/>
                    <a:pt x="1299172" y="4843456"/>
                    <a:pt x="1269962" y="4779956"/>
                  </a:cubicBezTo>
                  <a:cubicBezTo>
                    <a:pt x="1233132" y="4701215"/>
                    <a:pt x="1203922" y="4583106"/>
                    <a:pt x="1182332" y="4494206"/>
                  </a:cubicBezTo>
                  <a:cubicBezTo>
                    <a:pt x="1164552" y="4418006"/>
                    <a:pt x="1137882" y="4322756"/>
                    <a:pt x="1145502" y="4282115"/>
                  </a:cubicBezTo>
                  <a:cubicBezTo>
                    <a:pt x="1149312" y="4264335"/>
                    <a:pt x="1158202" y="4255445"/>
                    <a:pt x="1167092" y="4247825"/>
                  </a:cubicBezTo>
                  <a:cubicBezTo>
                    <a:pt x="1174712" y="4241475"/>
                    <a:pt x="1182332" y="4237665"/>
                    <a:pt x="1192492" y="4236395"/>
                  </a:cubicBezTo>
                  <a:cubicBezTo>
                    <a:pt x="1203922" y="4235125"/>
                    <a:pt x="1221702" y="4237665"/>
                    <a:pt x="1231862" y="4244015"/>
                  </a:cubicBezTo>
                  <a:cubicBezTo>
                    <a:pt x="1243292" y="4250365"/>
                    <a:pt x="1250912" y="4255445"/>
                    <a:pt x="1257262" y="4277035"/>
                  </a:cubicBezTo>
                  <a:cubicBezTo>
                    <a:pt x="1296632" y="4398956"/>
                    <a:pt x="1229322" y="5371775"/>
                    <a:pt x="1202652" y="5690545"/>
                  </a:cubicBezTo>
                  <a:cubicBezTo>
                    <a:pt x="1187412" y="5853106"/>
                    <a:pt x="1179792" y="5957245"/>
                    <a:pt x="1151852" y="6058845"/>
                  </a:cubicBezTo>
                  <a:cubicBezTo>
                    <a:pt x="1131532" y="6136315"/>
                    <a:pt x="1101052" y="6222676"/>
                    <a:pt x="1070572" y="6255695"/>
                  </a:cubicBezTo>
                  <a:cubicBezTo>
                    <a:pt x="1055332" y="6270935"/>
                    <a:pt x="1038822" y="6279826"/>
                    <a:pt x="1023582" y="6279826"/>
                  </a:cubicBezTo>
                  <a:cubicBezTo>
                    <a:pt x="1007072" y="6279826"/>
                    <a:pt x="985482" y="6265856"/>
                    <a:pt x="976592" y="6254426"/>
                  </a:cubicBezTo>
                  <a:cubicBezTo>
                    <a:pt x="967702" y="6242995"/>
                    <a:pt x="974052" y="6230295"/>
                    <a:pt x="966432" y="6213785"/>
                  </a:cubicBezTo>
                  <a:cubicBezTo>
                    <a:pt x="952462" y="6179495"/>
                    <a:pt x="900392" y="6138856"/>
                    <a:pt x="874992" y="6069006"/>
                  </a:cubicBezTo>
                  <a:cubicBezTo>
                    <a:pt x="826732" y="5933115"/>
                    <a:pt x="815302" y="5641015"/>
                    <a:pt x="794982" y="5418765"/>
                  </a:cubicBezTo>
                  <a:cubicBezTo>
                    <a:pt x="773392" y="5188895"/>
                    <a:pt x="783552" y="4795195"/>
                    <a:pt x="751802" y="4711376"/>
                  </a:cubicBezTo>
                  <a:cubicBezTo>
                    <a:pt x="742912" y="4691056"/>
                    <a:pt x="726402" y="4691056"/>
                    <a:pt x="723862" y="4678356"/>
                  </a:cubicBezTo>
                  <a:cubicBezTo>
                    <a:pt x="722592" y="4665656"/>
                    <a:pt x="730212" y="4647876"/>
                    <a:pt x="736562" y="4637715"/>
                  </a:cubicBezTo>
                  <a:cubicBezTo>
                    <a:pt x="742912" y="4630095"/>
                    <a:pt x="749262" y="4623745"/>
                    <a:pt x="759422" y="4619935"/>
                  </a:cubicBezTo>
                  <a:cubicBezTo>
                    <a:pt x="773392" y="4616126"/>
                    <a:pt x="800062" y="4614856"/>
                    <a:pt x="814032" y="4623745"/>
                  </a:cubicBezTo>
                  <a:cubicBezTo>
                    <a:pt x="828002" y="4632635"/>
                    <a:pt x="840702" y="4646606"/>
                    <a:pt x="843242" y="4670735"/>
                  </a:cubicBezTo>
                  <a:cubicBezTo>
                    <a:pt x="847052" y="4744395"/>
                    <a:pt x="713702" y="4941245"/>
                    <a:pt x="641312" y="5122856"/>
                  </a:cubicBezTo>
                  <a:cubicBezTo>
                    <a:pt x="535902" y="5390825"/>
                    <a:pt x="388582" y="5953435"/>
                    <a:pt x="293332" y="6128695"/>
                  </a:cubicBezTo>
                  <a:cubicBezTo>
                    <a:pt x="255232" y="6197275"/>
                    <a:pt x="227292" y="6244265"/>
                    <a:pt x="189192" y="6259506"/>
                  </a:cubicBezTo>
                  <a:cubicBezTo>
                    <a:pt x="159982" y="6272206"/>
                    <a:pt x="123152" y="6265856"/>
                    <a:pt x="96482" y="6249345"/>
                  </a:cubicBezTo>
                  <a:cubicBezTo>
                    <a:pt x="63462" y="6227756"/>
                    <a:pt x="27902" y="6156635"/>
                    <a:pt x="17742" y="6124885"/>
                  </a:cubicBezTo>
                  <a:cubicBezTo>
                    <a:pt x="12662" y="6107106"/>
                    <a:pt x="11392" y="6093135"/>
                    <a:pt x="16472" y="6079165"/>
                  </a:cubicBezTo>
                  <a:cubicBezTo>
                    <a:pt x="21552" y="6066465"/>
                    <a:pt x="34252" y="6051225"/>
                    <a:pt x="45682" y="6044875"/>
                  </a:cubicBezTo>
                  <a:cubicBezTo>
                    <a:pt x="54572" y="6038525"/>
                    <a:pt x="64732" y="6037256"/>
                    <a:pt x="74892" y="6035985"/>
                  </a:cubicBezTo>
                  <a:cubicBezTo>
                    <a:pt x="85052" y="6035985"/>
                    <a:pt x="95212" y="6037256"/>
                    <a:pt x="105372" y="6042335"/>
                  </a:cubicBezTo>
                  <a:cubicBezTo>
                    <a:pt x="116802" y="6048685"/>
                    <a:pt x="128232" y="6056306"/>
                    <a:pt x="135852" y="6075356"/>
                  </a:cubicBezTo>
                  <a:cubicBezTo>
                    <a:pt x="157442" y="6132506"/>
                    <a:pt x="119342" y="6359835"/>
                    <a:pt x="128232" y="6455085"/>
                  </a:cubicBezTo>
                  <a:cubicBezTo>
                    <a:pt x="134582" y="6513505"/>
                    <a:pt x="167602" y="6561765"/>
                    <a:pt x="159982" y="6593515"/>
                  </a:cubicBezTo>
                  <a:cubicBezTo>
                    <a:pt x="153632" y="6613835"/>
                    <a:pt x="134582" y="6629076"/>
                    <a:pt x="120612" y="6635426"/>
                  </a:cubicBezTo>
                  <a:cubicBezTo>
                    <a:pt x="111722" y="6640505"/>
                    <a:pt x="101562" y="6640505"/>
                    <a:pt x="91402" y="6639235"/>
                  </a:cubicBezTo>
                  <a:cubicBezTo>
                    <a:pt x="79972" y="6636695"/>
                    <a:pt x="62192" y="6629076"/>
                    <a:pt x="53302" y="6618915"/>
                  </a:cubicBezTo>
                  <a:cubicBezTo>
                    <a:pt x="44412" y="6608755"/>
                    <a:pt x="34252" y="6593515"/>
                    <a:pt x="39332" y="6577005"/>
                  </a:cubicBezTo>
                  <a:cubicBezTo>
                    <a:pt x="53302" y="6536365"/>
                    <a:pt x="209512" y="6485565"/>
                    <a:pt x="304762" y="6410635"/>
                  </a:cubicBezTo>
                  <a:cubicBezTo>
                    <a:pt x="438112" y="6305225"/>
                    <a:pt x="618452" y="6117265"/>
                    <a:pt x="742912" y="5985185"/>
                  </a:cubicBezTo>
                  <a:cubicBezTo>
                    <a:pt x="841972" y="5879775"/>
                    <a:pt x="925792" y="5799765"/>
                    <a:pt x="998182" y="5686735"/>
                  </a:cubicBezTo>
                  <a:cubicBezTo>
                    <a:pt x="1075652" y="5567356"/>
                    <a:pt x="1125182" y="5352725"/>
                    <a:pt x="1188682" y="5284145"/>
                  </a:cubicBezTo>
                  <a:cubicBezTo>
                    <a:pt x="1219162" y="5251125"/>
                    <a:pt x="1250912" y="5234615"/>
                    <a:pt x="1282662" y="5230806"/>
                  </a:cubicBezTo>
                  <a:cubicBezTo>
                    <a:pt x="1311872" y="5226995"/>
                    <a:pt x="1344892" y="5234615"/>
                    <a:pt x="1371562" y="5257475"/>
                  </a:cubicBezTo>
                  <a:cubicBezTo>
                    <a:pt x="1409662" y="5290495"/>
                    <a:pt x="1440142" y="5388285"/>
                    <a:pt x="1460462" y="5445435"/>
                  </a:cubicBezTo>
                  <a:cubicBezTo>
                    <a:pt x="1476972" y="5491156"/>
                    <a:pt x="1476972" y="5541956"/>
                    <a:pt x="1492212" y="5569895"/>
                  </a:cubicBezTo>
                  <a:cubicBezTo>
                    <a:pt x="1502372" y="5586406"/>
                    <a:pt x="1522692" y="5590215"/>
                    <a:pt x="1526502" y="5604185"/>
                  </a:cubicBezTo>
                  <a:cubicBezTo>
                    <a:pt x="1529042" y="5618156"/>
                    <a:pt x="1521422" y="5641015"/>
                    <a:pt x="1511262" y="5653715"/>
                  </a:cubicBezTo>
                  <a:cubicBezTo>
                    <a:pt x="1501102" y="5666415"/>
                    <a:pt x="1483322" y="5677845"/>
                    <a:pt x="1468082" y="5680385"/>
                  </a:cubicBezTo>
                  <a:cubicBezTo>
                    <a:pt x="1452842" y="5682925"/>
                    <a:pt x="1431252" y="5680385"/>
                    <a:pt x="1417282" y="5671495"/>
                  </a:cubicBezTo>
                  <a:cubicBezTo>
                    <a:pt x="1403312" y="5663875"/>
                    <a:pt x="1391882" y="5651175"/>
                    <a:pt x="1385532" y="5632125"/>
                  </a:cubicBezTo>
                  <a:cubicBezTo>
                    <a:pt x="1374102" y="5595295"/>
                    <a:pt x="1382992" y="5491156"/>
                    <a:pt x="1395692" y="5453056"/>
                  </a:cubicBezTo>
                  <a:cubicBezTo>
                    <a:pt x="1403312" y="5432735"/>
                    <a:pt x="1413472" y="5420035"/>
                    <a:pt x="1427442" y="5411145"/>
                  </a:cubicBezTo>
                  <a:cubicBezTo>
                    <a:pt x="1441412" y="5402256"/>
                    <a:pt x="1463002" y="5397175"/>
                    <a:pt x="1479512" y="5399715"/>
                  </a:cubicBezTo>
                  <a:cubicBezTo>
                    <a:pt x="1494752" y="5402256"/>
                    <a:pt x="1513802" y="5413685"/>
                    <a:pt x="1525232" y="5426385"/>
                  </a:cubicBezTo>
                  <a:cubicBezTo>
                    <a:pt x="1535392" y="5439085"/>
                    <a:pt x="1548092" y="5467025"/>
                    <a:pt x="1541742" y="5475915"/>
                  </a:cubicBezTo>
                  <a:cubicBezTo>
                    <a:pt x="1531582" y="5488615"/>
                    <a:pt x="1436332" y="5478456"/>
                    <a:pt x="1424902" y="5459406"/>
                  </a:cubicBezTo>
                  <a:cubicBezTo>
                    <a:pt x="1416012" y="5442895"/>
                    <a:pt x="1442682" y="5409875"/>
                    <a:pt x="1459192" y="5381935"/>
                  </a:cubicBezTo>
                  <a:cubicBezTo>
                    <a:pt x="1482052" y="5341295"/>
                    <a:pt x="1525232" y="5263825"/>
                    <a:pt x="1562062" y="5243506"/>
                  </a:cubicBezTo>
                  <a:cubicBezTo>
                    <a:pt x="1588732" y="5228265"/>
                    <a:pt x="1623022" y="5224456"/>
                    <a:pt x="1645882" y="5237156"/>
                  </a:cubicBezTo>
                  <a:cubicBezTo>
                    <a:pt x="1675092" y="5251125"/>
                    <a:pt x="1700492" y="5300656"/>
                    <a:pt x="1713192" y="5345106"/>
                  </a:cubicBezTo>
                  <a:cubicBezTo>
                    <a:pt x="1728432" y="5403525"/>
                    <a:pt x="1728432" y="5524175"/>
                    <a:pt x="1710652" y="5564815"/>
                  </a:cubicBezTo>
                  <a:cubicBezTo>
                    <a:pt x="1701762" y="5583865"/>
                    <a:pt x="1685252" y="5594025"/>
                    <a:pt x="1671282" y="5600375"/>
                  </a:cubicBezTo>
                  <a:cubicBezTo>
                    <a:pt x="1659852" y="5605456"/>
                    <a:pt x="1647152" y="5607995"/>
                    <a:pt x="1635722" y="5605456"/>
                  </a:cubicBezTo>
                  <a:cubicBezTo>
                    <a:pt x="1620482" y="5602915"/>
                    <a:pt x="1598892" y="5594025"/>
                    <a:pt x="1587462" y="5581325"/>
                  </a:cubicBezTo>
                  <a:cubicBezTo>
                    <a:pt x="1576032" y="5569895"/>
                    <a:pt x="1572222" y="5559735"/>
                    <a:pt x="1567142" y="5531795"/>
                  </a:cubicBezTo>
                  <a:cubicBezTo>
                    <a:pt x="1548092" y="5414956"/>
                    <a:pt x="1579842" y="4938705"/>
                    <a:pt x="1606512" y="4583106"/>
                  </a:cubicBezTo>
                  <a:cubicBezTo>
                    <a:pt x="1640802" y="4120825"/>
                    <a:pt x="1713192" y="3273735"/>
                    <a:pt x="1776692" y="2995605"/>
                  </a:cubicBezTo>
                  <a:cubicBezTo>
                    <a:pt x="1800822" y="2892735"/>
                    <a:pt x="1861782" y="2796215"/>
                    <a:pt x="1851622" y="2788595"/>
                  </a:cubicBezTo>
                  <a:cubicBezTo>
                    <a:pt x="1846542" y="2786055"/>
                    <a:pt x="1813522" y="2821615"/>
                    <a:pt x="1812252" y="2820345"/>
                  </a:cubicBezTo>
                  <a:cubicBezTo>
                    <a:pt x="1810982" y="2819075"/>
                    <a:pt x="1828762" y="2792405"/>
                    <a:pt x="1841462" y="2787325"/>
                  </a:cubicBezTo>
                  <a:cubicBezTo>
                    <a:pt x="1856702" y="2780975"/>
                    <a:pt x="1884642" y="2779705"/>
                    <a:pt x="1899882" y="2787325"/>
                  </a:cubicBezTo>
                  <a:cubicBezTo>
                    <a:pt x="1915122" y="2796215"/>
                    <a:pt x="1924012" y="2807645"/>
                    <a:pt x="1932902" y="2835585"/>
                  </a:cubicBezTo>
                  <a:cubicBezTo>
                    <a:pt x="1963382" y="2934645"/>
                    <a:pt x="1946872" y="3366445"/>
                    <a:pt x="1935442" y="3570915"/>
                  </a:cubicBezTo>
                  <a:cubicBezTo>
                    <a:pt x="1927822" y="3715695"/>
                    <a:pt x="1920202" y="3863015"/>
                    <a:pt x="1893532" y="3944295"/>
                  </a:cubicBezTo>
                  <a:cubicBezTo>
                    <a:pt x="1879562" y="3987475"/>
                    <a:pt x="1868132" y="4017956"/>
                    <a:pt x="1841462" y="4038275"/>
                  </a:cubicBezTo>
                  <a:cubicBezTo>
                    <a:pt x="1812252" y="4058595"/>
                    <a:pt x="1758912" y="4071295"/>
                    <a:pt x="1719542" y="4061135"/>
                  </a:cubicBezTo>
                  <a:cubicBezTo>
                    <a:pt x="1672552" y="4049706"/>
                    <a:pt x="1620482" y="3992556"/>
                    <a:pt x="1586192" y="3951915"/>
                  </a:cubicBezTo>
                  <a:cubicBezTo>
                    <a:pt x="1554442" y="3915085"/>
                    <a:pt x="1534122" y="3875715"/>
                    <a:pt x="1515072" y="3828725"/>
                  </a:cubicBezTo>
                  <a:cubicBezTo>
                    <a:pt x="1493482" y="3775385"/>
                    <a:pt x="1479512" y="3720775"/>
                    <a:pt x="1469352" y="3643306"/>
                  </a:cubicBezTo>
                  <a:cubicBezTo>
                    <a:pt x="1452842" y="3522656"/>
                    <a:pt x="1445222" y="3245795"/>
                    <a:pt x="1457922" y="3172135"/>
                  </a:cubicBezTo>
                  <a:cubicBezTo>
                    <a:pt x="1461732" y="3148005"/>
                    <a:pt x="1463002" y="3137846"/>
                    <a:pt x="1474432" y="3126415"/>
                  </a:cubicBezTo>
                  <a:cubicBezTo>
                    <a:pt x="1487132" y="3113715"/>
                    <a:pt x="1516342" y="3102285"/>
                    <a:pt x="1534122" y="3103555"/>
                  </a:cubicBezTo>
                  <a:cubicBezTo>
                    <a:pt x="1550632" y="3103555"/>
                    <a:pt x="1568412" y="3113715"/>
                    <a:pt x="1578572" y="3125146"/>
                  </a:cubicBezTo>
                  <a:cubicBezTo>
                    <a:pt x="1588732" y="3136575"/>
                    <a:pt x="1591272" y="3148005"/>
                    <a:pt x="1595082" y="3170865"/>
                  </a:cubicBezTo>
                  <a:cubicBezTo>
                    <a:pt x="1610322" y="3248335"/>
                    <a:pt x="1605242" y="3601395"/>
                    <a:pt x="1591272" y="3677595"/>
                  </a:cubicBezTo>
                  <a:cubicBezTo>
                    <a:pt x="1587462" y="3700456"/>
                    <a:pt x="1583652" y="3709345"/>
                    <a:pt x="1574762" y="3720776"/>
                  </a:cubicBezTo>
                  <a:cubicBezTo>
                    <a:pt x="1568412" y="3728395"/>
                    <a:pt x="1559522" y="3734745"/>
                    <a:pt x="1549362" y="3737285"/>
                  </a:cubicBezTo>
                  <a:cubicBezTo>
                    <a:pt x="1536662" y="3742365"/>
                    <a:pt x="1516342" y="3742365"/>
                    <a:pt x="1503642" y="3737285"/>
                  </a:cubicBezTo>
                  <a:cubicBezTo>
                    <a:pt x="1489672" y="3732206"/>
                    <a:pt x="1478242" y="3723315"/>
                    <a:pt x="1469352" y="3706806"/>
                  </a:cubicBezTo>
                  <a:cubicBezTo>
                    <a:pt x="1454112" y="3680135"/>
                    <a:pt x="1442682" y="3626795"/>
                    <a:pt x="1446492" y="3575995"/>
                  </a:cubicBezTo>
                  <a:cubicBezTo>
                    <a:pt x="1452842" y="3503606"/>
                    <a:pt x="1506182" y="3355015"/>
                    <a:pt x="1536662" y="3311835"/>
                  </a:cubicBezTo>
                  <a:cubicBezTo>
                    <a:pt x="1548092" y="3294056"/>
                    <a:pt x="1558252" y="3286435"/>
                    <a:pt x="1572222" y="3281356"/>
                  </a:cubicBezTo>
                  <a:cubicBezTo>
                    <a:pt x="1587462" y="3277545"/>
                    <a:pt x="1606512" y="3277545"/>
                    <a:pt x="1620482" y="3283895"/>
                  </a:cubicBezTo>
                  <a:cubicBezTo>
                    <a:pt x="1633182" y="3288976"/>
                    <a:pt x="1648422" y="3302945"/>
                    <a:pt x="1654772" y="3316915"/>
                  </a:cubicBezTo>
                  <a:cubicBezTo>
                    <a:pt x="1661122" y="3329615"/>
                    <a:pt x="1661122" y="3344856"/>
                    <a:pt x="1658582" y="3363906"/>
                  </a:cubicBezTo>
                  <a:cubicBezTo>
                    <a:pt x="1652232" y="3396926"/>
                    <a:pt x="1620482" y="3459156"/>
                    <a:pt x="1593812" y="3490906"/>
                  </a:cubicBezTo>
                  <a:cubicBezTo>
                    <a:pt x="1572222" y="3516306"/>
                    <a:pt x="1537932" y="3516306"/>
                    <a:pt x="1516342" y="3546785"/>
                  </a:cubicBezTo>
                  <a:cubicBezTo>
                    <a:pt x="1480782" y="3595045"/>
                    <a:pt x="1423632" y="3724585"/>
                    <a:pt x="1437602" y="3777926"/>
                  </a:cubicBezTo>
                  <a:cubicBezTo>
                    <a:pt x="1446492" y="3813485"/>
                    <a:pt x="1513802" y="3835076"/>
                    <a:pt x="1518882" y="3851585"/>
                  </a:cubicBezTo>
                  <a:cubicBezTo>
                    <a:pt x="1520152" y="3857935"/>
                    <a:pt x="1517612" y="3861745"/>
                    <a:pt x="1515072" y="3866826"/>
                  </a:cubicBezTo>
                  <a:cubicBezTo>
                    <a:pt x="1511262" y="3874445"/>
                    <a:pt x="1504912" y="3885876"/>
                    <a:pt x="1496022" y="3892226"/>
                  </a:cubicBezTo>
                  <a:cubicBezTo>
                    <a:pt x="1485862" y="3899845"/>
                    <a:pt x="1466812" y="3907465"/>
                    <a:pt x="1452842" y="3907465"/>
                  </a:cubicBezTo>
                  <a:cubicBezTo>
                    <a:pt x="1438872" y="3906195"/>
                    <a:pt x="1421092" y="3899845"/>
                    <a:pt x="1410932" y="3889685"/>
                  </a:cubicBezTo>
                  <a:cubicBezTo>
                    <a:pt x="1399502" y="3879526"/>
                    <a:pt x="1389342" y="3868095"/>
                    <a:pt x="1389342" y="3849045"/>
                  </a:cubicBezTo>
                  <a:cubicBezTo>
                    <a:pt x="1389342" y="3805865"/>
                    <a:pt x="1463002" y="3709345"/>
                    <a:pt x="1492212" y="3642035"/>
                  </a:cubicBezTo>
                  <a:cubicBezTo>
                    <a:pt x="1518882" y="3579806"/>
                    <a:pt x="1545552" y="3517576"/>
                    <a:pt x="1562062" y="3459156"/>
                  </a:cubicBezTo>
                  <a:cubicBezTo>
                    <a:pt x="1577302" y="3405815"/>
                    <a:pt x="1577302" y="3330885"/>
                    <a:pt x="1591272" y="3302945"/>
                  </a:cubicBezTo>
                  <a:cubicBezTo>
                    <a:pt x="1597622" y="3291515"/>
                    <a:pt x="1602702" y="3286435"/>
                    <a:pt x="1611592" y="3281356"/>
                  </a:cubicBezTo>
                  <a:cubicBezTo>
                    <a:pt x="1623022" y="3275006"/>
                    <a:pt x="1640802" y="3269926"/>
                    <a:pt x="1654772" y="3271195"/>
                  </a:cubicBezTo>
                  <a:cubicBezTo>
                    <a:pt x="1668742" y="3273735"/>
                    <a:pt x="1685252" y="3283895"/>
                    <a:pt x="1694142" y="3292785"/>
                  </a:cubicBezTo>
                  <a:cubicBezTo>
                    <a:pt x="1701762" y="3300406"/>
                    <a:pt x="1704302" y="3306756"/>
                    <a:pt x="1706842" y="3319456"/>
                  </a:cubicBezTo>
                  <a:cubicBezTo>
                    <a:pt x="1713192" y="3344856"/>
                    <a:pt x="1703032" y="3404545"/>
                    <a:pt x="1706842" y="3437565"/>
                  </a:cubicBezTo>
                  <a:cubicBezTo>
                    <a:pt x="1710652" y="3461695"/>
                    <a:pt x="1725892" y="3480745"/>
                    <a:pt x="1723352" y="3498526"/>
                  </a:cubicBezTo>
                  <a:cubicBezTo>
                    <a:pt x="1720812" y="3512495"/>
                    <a:pt x="1708112" y="3527735"/>
                    <a:pt x="1696682" y="3535356"/>
                  </a:cubicBezTo>
                  <a:cubicBezTo>
                    <a:pt x="1685252" y="3542976"/>
                    <a:pt x="1666202" y="3548056"/>
                    <a:pt x="1652232" y="3545515"/>
                  </a:cubicBezTo>
                  <a:cubicBezTo>
                    <a:pt x="1638262" y="3544245"/>
                    <a:pt x="1620482" y="3535356"/>
                    <a:pt x="1611592" y="3523926"/>
                  </a:cubicBezTo>
                  <a:cubicBezTo>
                    <a:pt x="1602702" y="3513765"/>
                    <a:pt x="1593812" y="3497256"/>
                    <a:pt x="1596352" y="3480745"/>
                  </a:cubicBezTo>
                  <a:cubicBezTo>
                    <a:pt x="1600162" y="3454076"/>
                    <a:pt x="1657312" y="3414706"/>
                    <a:pt x="1666202" y="3381685"/>
                  </a:cubicBezTo>
                  <a:cubicBezTo>
                    <a:pt x="1673822" y="3355015"/>
                    <a:pt x="1670012" y="3304215"/>
                    <a:pt x="1661122" y="3301676"/>
                  </a:cubicBezTo>
                  <a:cubicBezTo>
                    <a:pt x="1649692" y="3299135"/>
                    <a:pt x="1615402" y="3409626"/>
                    <a:pt x="1592542" y="3410895"/>
                  </a:cubicBezTo>
                  <a:cubicBezTo>
                    <a:pt x="1568412" y="3410895"/>
                    <a:pt x="1529042" y="3334695"/>
                    <a:pt x="1517612" y="3297865"/>
                  </a:cubicBezTo>
                  <a:cubicBezTo>
                    <a:pt x="1507452" y="3267385"/>
                    <a:pt x="1507452" y="3233095"/>
                    <a:pt x="1515072" y="3207695"/>
                  </a:cubicBezTo>
                  <a:cubicBezTo>
                    <a:pt x="1521422" y="3186106"/>
                    <a:pt x="1536662" y="3161975"/>
                    <a:pt x="1553172" y="3153085"/>
                  </a:cubicBezTo>
                  <a:cubicBezTo>
                    <a:pt x="1570952" y="3144196"/>
                    <a:pt x="1603972" y="3144196"/>
                    <a:pt x="1621752" y="3154356"/>
                  </a:cubicBezTo>
                  <a:cubicBezTo>
                    <a:pt x="1638262" y="3163246"/>
                    <a:pt x="1649692" y="3181025"/>
                    <a:pt x="1658582" y="3210235"/>
                  </a:cubicBezTo>
                  <a:cubicBezTo>
                    <a:pt x="1680172" y="3281356"/>
                    <a:pt x="1647152" y="3476935"/>
                    <a:pt x="1653502" y="3612826"/>
                  </a:cubicBezTo>
                  <a:cubicBezTo>
                    <a:pt x="1661122" y="3752526"/>
                    <a:pt x="1676362" y="3906196"/>
                    <a:pt x="1700492" y="4035735"/>
                  </a:cubicBezTo>
                  <a:cubicBezTo>
                    <a:pt x="1722082" y="4147495"/>
                    <a:pt x="1761452" y="4242745"/>
                    <a:pt x="1784312" y="4344345"/>
                  </a:cubicBezTo>
                  <a:cubicBezTo>
                    <a:pt x="1807172" y="4442135"/>
                    <a:pt x="1824952" y="4511985"/>
                    <a:pt x="1838922" y="4635176"/>
                  </a:cubicBezTo>
                  <a:cubicBezTo>
                    <a:pt x="1863052" y="4842185"/>
                    <a:pt x="1911312" y="5374315"/>
                    <a:pt x="1877022" y="5475915"/>
                  </a:cubicBezTo>
                  <a:cubicBezTo>
                    <a:pt x="1868132" y="5502585"/>
                    <a:pt x="1855432" y="5512745"/>
                    <a:pt x="1840192" y="5519095"/>
                  </a:cubicBezTo>
                  <a:cubicBezTo>
                    <a:pt x="1824952" y="5525445"/>
                    <a:pt x="1800822" y="5525445"/>
                    <a:pt x="1784312" y="5514015"/>
                  </a:cubicBezTo>
                  <a:cubicBezTo>
                    <a:pt x="1753832" y="5492426"/>
                    <a:pt x="1732242" y="5440356"/>
                    <a:pt x="1711922" y="5353995"/>
                  </a:cubicBezTo>
                  <a:cubicBezTo>
                    <a:pt x="1639532" y="5044115"/>
                    <a:pt x="1609052" y="3283895"/>
                    <a:pt x="1621752" y="3136575"/>
                  </a:cubicBezTo>
                  <a:cubicBezTo>
                    <a:pt x="1623022" y="3120065"/>
                    <a:pt x="1623022" y="3117525"/>
                    <a:pt x="1628102" y="3108635"/>
                  </a:cubicBezTo>
                  <a:cubicBezTo>
                    <a:pt x="1633182" y="3098475"/>
                    <a:pt x="1645882" y="3085775"/>
                    <a:pt x="1657312" y="3080695"/>
                  </a:cubicBezTo>
                  <a:cubicBezTo>
                    <a:pt x="1668742" y="3075615"/>
                    <a:pt x="1686522" y="3075615"/>
                    <a:pt x="1699222" y="3079425"/>
                  </a:cubicBezTo>
                  <a:cubicBezTo>
                    <a:pt x="1710652" y="3083235"/>
                    <a:pt x="1722082" y="3089585"/>
                    <a:pt x="1729702" y="3106095"/>
                  </a:cubicBezTo>
                  <a:cubicBezTo>
                    <a:pt x="1750022" y="3144195"/>
                    <a:pt x="1747482" y="3235635"/>
                    <a:pt x="1750022" y="3349935"/>
                  </a:cubicBezTo>
                  <a:cubicBezTo>
                    <a:pt x="1757642" y="3617906"/>
                    <a:pt x="1737322" y="4416735"/>
                    <a:pt x="1717002" y="4694865"/>
                  </a:cubicBezTo>
                  <a:cubicBezTo>
                    <a:pt x="1708112" y="4820595"/>
                    <a:pt x="1705572" y="4926006"/>
                    <a:pt x="1682712" y="4967915"/>
                  </a:cubicBezTo>
                  <a:cubicBezTo>
                    <a:pt x="1673822" y="4983156"/>
                    <a:pt x="1662392" y="4989506"/>
                    <a:pt x="1650962" y="4993315"/>
                  </a:cubicBezTo>
                  <a:cubicBezTo>
                    <a:pt x="1642072" y="4997125"/>
                    <a:pt x="1633182" y="4998395"/>
                    <a:pt x="1624292" y="4995856"/>
                  </a:cubicBezTo>
                  <a:cubicBezTo>
                    <a:pt x="1612862" y="4993315"/>
                    <a:pt x="1596352" y="4984425"/>
                    <a:pt x="1588732" y="4975535"/>
                  </a:cubicBezTo>
                  <a:cubicBezTo>
                    <a:pt x="1582382" y="4967915"/>
                    <a:pt x="1581112" y="4965375"/>
                    <a:pt x="1577302" y="4950135"/>
                  </a:cubicBezTo>
                  <a:cubicBezTo>
                    <a:pt x="1546822" y="4838375"/>
                    <a:pt x="1497292" y="4010335"/>
                    <a:pt x="1464272" y="3469315"/>
                  </a:cubicBezTo>
                  <a:cubicBezTo>
                    <a:pt x="1424902" y="2813996"/>
                    <a:pt x="1395692" y="1895785"/>
                    <a:pt x="1366482" y="1295075"/>
                  </a:cubicBezTo>
                  <a:cubicBezTo>
                    <a:pt x="1344892" y="869625"/>
                    <a:pt x="1329652" y="398455"/>
                    <a:pt x="1308062" y="205415"/>
                  </a:cubicBezTo>
                  <a:cubicBezTo>
                    <a:pt x="1300442" y="134295"/>
                    <a:pt x="1280122" y="93655"/>
                    <a:pt x="1282662" y="60635"/>
                  </a:cubicBezTo>
                  <a:cubicBezTo>
                    <a:pt x="1283932" y="42855"/>
                    <a:pt x="1289012" y="31425"/>
                    <a:pt x="1295362" y="21265"/>
                  </a:cubicBezTo>
                  <a:cubicBezTo>
                    <a:pt x="1300442" y="13645"/>
                    <a:pt x="1308062" y="7295"/>
                    <a:pt x="1316952" y="4755"/>
                  </a:cubicBezTo>
                  <a:cubicBezTo>
                    <a:pt x="1330922" y="945"/>
                    <a:pt x="1357592" y="-325"/>
                    <a:pt x="1370292" y="8565"/>
                  </a:cubicBezTo>
                  <a:cubicBezTo>
                    <a:pt x="1384262" y="16185"/>
                    <a:pt x="1389342" y="26345"/>
                    <a:pt x="1398232" y="54285"/>
                  </a:cubicBezTo>
                  <a:cubicBezTo>
                    <a:pt x="1441412" y="201605"/>
                    <a:pt x="1438872" y="996625"/>
                    <a:pt x="1454112" y="1538915"/>
                  </a:cubicBezTo>
                  <a:cubicBezTo>
                    <a:pt x="1471892" y="2198046"/>
                    <a:pt x="1560792" y="3443915"/>
                    <a:pt x="1492212" y="3724585"/>
                  </a:cubicBezTo>
                  <a:cubicBezTo>
                    <a:pt x="1473162" y="3796976"/>
                    <a:pt x="1449032" y="3833806"/>
                    <a:pt x="1421092" y="3852856"/>
                  </a:cubicBezTo>
                  <a:cubicBezTo>
                    <a:pt x="1404582" y="3864285"/>
                    <a:pt x="1381722" y="3864285"/>
                    <a:pt x="1366482" y="3860476"/>
                  </a:cubicBezTo>
                  <a:cubicBezTo>
                    <a:pt x="1353782" y="3856665"/>
                    <a:pt x="1346162" y="3849046"/>
                    <a:pt x="1334732" y="3832535"/>
                  </a:cubicBezTo>
                  <a:cubicBezTo>
                    <a:pt x="1302982" y="3784276"/>
                    <a:pt x="1262342" y="3620445"/>
                    <a:pt x="1228052" y="3504876"/>
                  </a:cubicBezTo>
                  <a:cubicBezTo>
                    <a:pt x="1189952" y="3376606"/>
                    <a:pt x="1144232" y="3215315"/>
                    <a:pt x="1116292" y="3098475"/>
                  </a:cubicBezTo>
                  <a:cubicBezTo>
                    <a:pt x="1094702" y="3009575"/>
                    <a:pt x="1065492" y="2901625"/>
                    <a:pt x="1066762" y="2862256"/>
                  </a:cubicBezTo>
                  <a:cubicBezTo>
                    <a:pt x="1066762" y="2849556"/>
                    <a:pt x="1066762" y="2844475"/>
                    <a:pt x="1071842" y="2835585"/>
                  </a:cubicBezTo>
                  <a:cubicBezTo>
                    <a:pt x="1078192" y="2825425"/>
                    <a:pt x="1089622" y="2812725"/>
                    <a:pt x="1101052" y="2807646"/>
                  </a:cubicBezTo>
                  <a:cubicBezTo>
                    <a:pt x="1113752" y="2802566"/>
                    <a:pt x="1130262" y="2802566"/>
                    <a:pt x="1141692" y="2806375"/>
                  </a:cubicBezTo>
                  <a:cubicBezTo>
                    <a:pt x="1154392" y="2811456"/>
                    <a:pt x="1163282" y="2815266"/>
                    <a:pt x="1173442" y="2833046"/>
                  </a:cubicBezTo>
                  <a:cubicBezTo>
                    <a:pt x="1214082" y="2900356"/>
                    <a:pt x="1311872" y="3356285"/>
                    <a:pt x="1302982" y="3436296"/>
                  </a:cubicBezTo>
                  <a:cubicBezTo>
                    <a:pt x="1301712" y="3457885"/>
                    <a:pt x="1295362" y="3465506"/>
                    <a:pt x="1286472" y="3475665"/>
                  </a:cubicBezTo>
                  <a:cubicBezTo>
                    <a:pt x="1276312" y="3484556"/>
                    <a:pt x="1261072" y="3492176"/>
                    <a:pt x="1247102" y="3493446"/>
                  </a:cubicBezTo>
                  <a:cubicBezTo>
                    <a:pt x="1234402" y="3493446"/>
                    <a:pt x="1217892" y="3488365"/>
                    <a:pt x="1206462" y="3480746"/>
                  </a:cubicBezTo>
                  <a:cubicBezTo>
                    <a:pt x="1196302" y="3471856"/>
                    <a:pt x="1191222" y="3464235"/>
                    <a:pt x="1184872" y="3443915"/>
                  </a:cubicBezTo>
                  <a:cubicBezTo>
                    <a:pt x="1164552" y="3379146"/>
                    <a:pt x="1175982" y="3173406"/>
                    <a:pt x="1163282" y="2995606"/>
                  </a:cubicBezTo>
                  <a:cubicBezTo>
                    <a:pt x="1145502" y="2735256"/>
                    <a:pt x="1109942" y="2036756"/>
                    <a:pt x="1079462" y="2034216"/>
                  </a:cubicBezTo>
                  <a:cubicBezTo>
                    <a:pt x="1066762" y="2032946"/>
                    <a:pt x="1046442" y="2110416"/>
                    <a:pt x="1041362" y="2172646"/>
                  </a:cubicBezTo>
                  <a:cubicBezTo>
                    <a:pt x="1032472" y="2294566"/>
                    <a:pt x="1111212" y="2613335"/>
                    <a:pt x="1103592" y="2726366"/>
                  </a:cubicBezTo>
                  <a:cubicBezTo>
                    <a:pt x="1101052" y="2777166"/>
                    <a:pt x="1092162" y="2810185"/>
                    <a:pt x="1076922" y="2835585"/>
                  </a:cubicBezTo>
                  <a:cubicBezTo>
                    <a:pt x="1065492" y="2853366"/>
                    <a:pt x="1048982" y="2868606"/>
                    <a:pt x="1032472" y="2872416"/>
                  </a:cubicBezTo>
                  <a:cubicBezTo>
                    <a:pt x="1019772" y="2876226"/>
                    <a:pt x="1007072" y="2876226"/>
                    <a:pt x="989292" y="2866066"/>
                  </a:cubicBezTo>
                  <a:cubicBezTo>
                    <a:pt x="948652" y="2844476"/>
                    <a:pt x="857212" y="2676835"/>
                    <a:pt x="821652" y="2675566"/>
                  </a:cubicBezTo>
                  <a:cubicBezTo>
                    <a:pt x="806412" y="2674296"/>
                    <a:pt x="798792" y="2708585"/>
                    <a:pt x="787362" y="2707316"/>
                  </a:cubicBezTo>
                  <a:cubicBezTo>
                    <a:pt x="773392" y="2707316"/>
                    <a:pt x="750532" y="2680646"/>
                    <a:pt x="746722" y="2664135"/>
                  </a:cubicBezTo>
                  <a:cubicBezTo>
                    <a:pt x="741642" y="2646356"/>
                    <a:pt x="750532" y="2618416"/>
                    <a:pt x="759422" y="2605716"/>
                  </a:cubicBezTo>
                  <a:cubicBezTo>
                    <a:pt x="765772" y="2595556"/>
                    <a:pt x="774662" y="2590476"/>
                    <a:pt x="784822" y="2586666"/>
                  </a:cubicBezTo>
                  <a:cubicBezTo>
                    <a:pt x="796252" y="2582856"/>
                    <a:pt x="829272" y="2587935"/>
                    <a:pt x="830542" y="2586666"/>
                  </a:cubicBezTo>
                  <a:cubicBezTo>
                    <a:pt x="830542" y="2582856"/>
                    <a:pt x="756882" y="2587935"/>
                    <a:pt x="736562" y="2562535"/>
                  </a:cubicBezTo>
                  <a:cubicBezTo>
                    <a:pt x="704812" y="2521896"/>
                    <a:pt x="717512" y="2383466"/>
                    <a:pt x="735292" y="2302185"/>
                  </a:cubicBezTo>
                  <a:cubicBezTo>
                    <a:pt x="753072" y="2223446"/>
                    <a:pt x="798792" y="2104066"/>
                    <a:pt x="843242" y="2082476"/>
                  </a:cubicBezTo>
                  <a:cubicBezTo>
                    <a:pt x="869912" y="2069776"/>
                    <a:pt x="892772" y="2077396"/>
                    <a:pt x="933412" y="2102796"/>
                  </a:cubicBezTo>
                  <a:cubicBezTo>
                    <a:pt x="1107402" y="2209476"/>
                    <a:pt x="1842732" y="3214046"/>
                    <a:pt x="2026882" y="3450265"/>
                  </a:cubicBezTo>
                  <a:cubicBezTo>
                    <a:pt x="2090382" y="3532815"/>
                    <a:pt x="2123402" y="3572185"/>
                    <a:pt x="2152612" y="3619176"/>
                  </a:cubicBezTo>
                  <a:cubicBezTo>
                    <a:pt x="2172932" y="3649656"/>
                    <a:pt x="2179282" y="3685215"/>
                    <a:pt x="2195792" y="3700456"/>
                  </a:cubicBezTo>
                  <a:cubicBezTo>
                    <a:pt x="2207222" y="3710615"/>
                    <a:pt x="2226272" y="3704265"/>
                    <a:pt x="2235162" y="3713156"/>
                  </a:cubicBezTo>
                  <a:cubicBezTo>
                    <a:pt x="2242782" y="3723315"/>
                    <a:pt x="2245322" y="3743635"/>
                    <a:pt x="2242782" y="3756335"/>
                  </a:cubicBezTo>
                  <a:cubicBezTo>
                    <a:pt x="2240242" y="3770306"/>
                    <a:pt x="2231352" y="3785546"/>
                    <a:pt x="2219922" y="3794435"/>
                  </a:cubicBezTo>
                  <a:cubicBezTo>
                    <a:pt x="2209762" y="3803326"/>
                    <a:pt x="2191982" y="3808406"/>
                    <a:pt x="2178012" y="3807135"/>
                  </a:cubicBezTo>
                  <a:cubicBezTo>
                    <a:pt x="2164042" y="3807135"/>
                    <a:pt x="2148802" y="3803326"/>
                    <a:pt x="2137372" y="3789356"/>
                  </a:cubicBezTo>
                  <a:cubicBezTo>
                    <a:pt x="2113242" y="3757606"/>
                    <a:pt x="2108162" y="3654735"/>
                    <a:pt x="2098002" y="3569646"/>
                  </a:cubicBezTo>
                  <a:cubicBezTo>
                    <a:pt x="2085302" y="3457885"/>
                    <a:pt x="2063712" y="3235635"/>
                    <a:pt x="2080222" y="3174676"/>
                  </a:cubicBezTo>
                  <a:cubicBezTo>
                    <a:pt x="2085302" y="3154356"/>
                    <a:pt x="2094192" y="3145466"/>
                    <a:pt x="2104352" y="3137846"/>
                  </a:cubicBezTo>
                  <a:cubicBezTo>
                    <a:pt x="2111972" y="3131496"/>
                    <a:pt x="2122132" y="3127685"/>
                    <a:pt x="2131022" y="3126416"/>
                  </a:cubicBezTo>
                  <a:cubicBezTo>
                    <a:pt x="2141182" y="3125146"/>
                    <a:pt x="2151342" y="3125146"/>
                    <a:pt x="2161502" y="3128956"/>
                  </a:cubicBezTo>
                  <a:cubicBezTo>
                    <a:pt x="2172932" y="3132766"/>
                    <a:pt x="2186902" y="3141656"/>
                    <a:pt x="2195792" y="3156896"/>
                  </a:cubicBezTo>
                  <a:cubicBezTo>
                    <a:pt x="2208492" y="3183566"/>
                    <a:pt x="2204682" y="3249606"/>
                    <a:pt x="2203412" y="3292785"/>
                  </a:cubicBezTo>
                  <a:cubicBezTo>
                    <a:pt x="2200872" y="3329615"/>
                    <a:pt x="2195792" y="3367715"/>
                    <a:pt x="2185632" y="3399465"/>
                  </a:cubicBezTo>
                  <a:cubicBezTo>
                    <a:pt x="2176742" y="3424865"/>
                    <a:pt x="2167852" y="3451535"/>
                    <a:pt x="2151342" y="3466776"/>
                  </a:cubicBezTo>
                  <a:cubicBezTo>
                    <a:pt x="2136102" y="3480746"/>
                    <a:pt x="2113242" y="3492176"/>
                    <a:pt x="2095462" y="3492176"/>
                  </a:cubicBezTo>
                  <a:cubicBezTo>
                    <a:pt x="2080222" y="3492176"/>
                    <a:pt x="2063712" y="3484556"/>
                    <a:pt x="2053552" y="3473126"/>
                  </a:cubicBezTo>
                  <a:cubicBezTo>
                    <a:pt x="2042122" y="3460426"/>
                    <a:pt x="2045932" y="3433756"/>
                    <a:pt x="2034502" y="3414706"/>
                  </a:cubicBezTo>
                  <a:cubicBezTo>
                    <a:pt x="2020532" y="3390576"/>
                    <a:pt x="1984972" y="3376606"/>
                    <a:pt x="1968462" y="3342315"/>
                  </a:cubicBezTo>
                  <a:cubicBezTo>
                    <a:pt x="1944332" y="3290246"/>
                    <a:pt x="1920202" y="3158166"/>
                    <a:pt x="1931632" y="3118796"/>
                  </a:cubicBezTo>
                  <a:cubicBezTo>
                    <a:pt x="1937982" y="3101016"/>
                    <a:pt x="1950682" y="3093396"/>
                    <a:pt x="1962112" y="3087046"/>
                  </a:cubicBezTo>
                  <a:cubicBezTo>
                    <a:pt x="1971002" y="3081966"/>
                    <a:pt x="1979892" y="3079426"/>
                    <a:pt x="1990052" y="3080696"/>
                  </a:cubicBezTo>
                  <a:cubicBezTo>
                    <a:pt x="2005292" y="3081966"/>
                    <a:pt x="2026882" y="3085776"/>
                    <a:pt x="2039582" y="3107366"/>
                  </a:cubicBezTo>
                  <a:cubicBezTo>
                    <a:pt x="2082762" y="3179756"/>
                    <a:pt x="2002752" y="3642035"/>
                    <a:pt x="2038312" y="3729665"/>
                  </a:cubicBezTo>
                  <a:cubicBezTo>
                    <a:pt x="2049742" y="3757606"/>
                    <a:pt x="2081492" y="3763956"/>
                    <a:pt x="2085302" y="3776656"/>
                  </a:cubicBezTo>
                  <a:cubicBezTo>
                    <a:pt x="2087842" y="3781735"/>
                    <a:pt x="2087842" y="3785546"/>
                    <a:pt x="2085302" y="3791896"/>
                  </a:cubicBezTo>
                  <a:cubicBezTo>
                    <a:pt x="2080222" y="3803326"/>
                    <a:pt x="2064982" y="3831265"/>
                    <a:pt x="2049742" y="3837615"/>
                  </a:cubicBezTo>
                  <a:cubicBezTo>
                    <a:pt x="2033232" y="3845235"/>
                    <a:pt x="2005292" y="3843965"/>
                    <a:pt x="1991322" y="3835076"/>
                  </a:cubicBezTo>
                  <a:cubicBezTo>
                    <a:pt x="1976082" y="3826185"/>
                    <a:pt x="1963382" y="3809676"/>
                    <a:pt x="1959572" y="3785546"/>
                  </a:cubicBezTo>
                  <a:cubicBezTo>
                    <a:pt x="1953222" y="3727126"/>
                    <a:pt x="2028152" y="3569646"/>
                    <a:pt x="2067522" y="3473126"/>
                  </a:cubicBezTo>
                  <a:cubicBezTo>
                    <a:pt x="2101812" y="3385496"/>
                    <a:pt x="2143722" y="3299135"/>
                    <a:pt x="2180552" y="3229285"/>
                  </a:cubicBezTo>
                  <a:cubicBezTo>
                    <a:pt x="2208492" y="3174675"/>
                    <a:pt x="2233892" y="3108635"/>
                    <a:pt x="2260562" y="3087046"/>
                  </a:cubicBezTo>
                  <a:cubicBezTo>
                    <a:pt x="2274532" y="3076885"/>
                    <a:pt x="2288502" y="3073075"/>
                    <a:pt x="2301202" y="3075616"/>
                  </a:cubicBezTo>
                  <a:cubicBezTo>
                    <a:pt x="2317712" y="3076885"/>
                    <a:pt x="2338032" y="3087046"/>
                    <a:pt x="2349462" y="3104825"/>
                  </a:cubicBezTo>
                  <a:cubicBezTo>
                    <a:pt x="2368512" y="3135306"/>
                    <a:pt x="2363432" y="3219126"/>
                    <a:pt x="2363432" y="3272465"/>
                  </a:cubicBezTo>
                  <a:cubicBezTo>
                    <a:pt x="2363432" y="3319456"/>
                    <a:pt x="2362162" y="3377876"/>
                    <a:pt x="2353272" y="3409626"/>
                  </a:cubicBezTo>
                  <a:cubicBezTo>
                    <a:pt x="2348192" y="3427406"/>
                    <a:pt x="2344382" y="3441376"/>
                    <a:pt x="2332952" y="3450265"/>
                  </a:cubicBezTo>
                  <a:cubicBezTo>
                    <a:pt x="2320252" y="3461696"/>
                    <a:pt x="2293582" y="3470585"/>
                    <a:pt x="2275802" y="3466776"/>
                  </a:cubicBezTo>
                  <a:cubicBezTo>
                    <a:pt x="2258022" y="3462965"/>
                    <a:pt x="2240242" y="3450265"/>
                    <a:pt x="2230082" y="3428676"/>
                  </a:cubicBezTo>
                  <a:cubicBezTo>
                    <a:pt x="2209762" y="3389306"/>
                    <a:pt x="2211032" y="3262306"/>
                    <a:pt x="2222462" y="3221665"/>
                  </a:cubicBezTo>
                  <a:cubicBezTo>
                    <a:pt x="2227542" y="3202615"/>
                    <a:pt x="2236432" y="3191185"/>
                    <a:pt x="2247862" y="3182296"/>
                  </a:cubicBezTo>
                  <a:cubicBezTo>
                    <a:pt x="2259292" y="3173406"/>
                    <a:pt x="2279612" y="3169596"/>
                    <a:pt x="2293582" y="3169596"/>
                  </a:cubicBezTo>
                  <a:cubicBezTo>
                    <a:pt x="2303742" y="3170866"/>
                    <a:pt x="2313902" y="3174676"/>
                    <a:pt x="2322792" y="3181026"/>
                  </a:cubicBezTo>
                  <a:cubicBezTo>
                    <a:pt x="2332952" y="3188646"/>
                    <a:pt x="2345652" y="3198806"/>
                    <a:pt x="2350732" y="3219126"/>
                  </a:cubicBezTo>
                  <a:cubicBezTo>
                    <a:pt x="2363432" y="3268656"/>
                    <a:pt x="2332952" y="3405815"/>
                    <a:pt x="2315172" y="3504876"/>
                  </a:cubicBezTo>
                  <a:cubicBezTo>
                    <a:pt x="2294852" y="3616635"/>
                    <a:pt x="2264372" y="3752526"/>
                    <a:pt x="2230082" y="3856665"/>
                  </a:cubicBezTo>
                  <a:cubicBezTo>
                    <a:pt x="2202142" y="3944296"/>
                    <a:pt x="2128482" y="4085265"/>
                    <a:pt x="2133562" y="4089076"/>
                  </a:cubicBezTo>
                  <a:cubicBezTo>
                    <a:pt x="2136102" y="4090346"/>
                    <a:pt x="2152612" y="4070026"/>
                    <a:pt x="2151342" y="4070026"/>
                  </a:cubicBezTo>
                  <a:cubicBezTo>
                    <a:pt x="2151342" y="4068756"/>
                    <a:pt x="2131022" y="4092885"/>
                    <a:pt x="2118322" y="4097965"/>
                  </a:cubicBezTo>
                  <a:cubicBezTo>
                    <a:pt x="2105622" y="4103046"/>
                    <a:pt x="2087842" y="4103046"/>
                    <a:pt x="2075142" y="4097965"/>
                  </a:cubicBezTo>
                  <a:cubicBezTo>
                    <a:pt x="2062442" y="4092885"/>
                    <a:pt x="2049742" y="4080185"/>
                    <a:pt x="2043392" y="4068756"/>
                  </a:cubicBezTo>
                  <a:cubicBezTo>
                    <a:pt x="2037042" y="4056056"/>
                    <a:pt x="2035772" y="4048435"/>
                    <a:pt x="2038312" y="4025576"/>
                  </a:cubicBezTo>
                  <a:cubicBezTo>
                    <a:pt x="2053552" y="3917626"/>
                    <a:pt x="2294852" y="3358826"/>
                    <a:pt x="2393912" y="3135306"/>
                  </a:cubicBezTo>
                  <a:cubicBezTo>
                    <a:pt x="2454872" y="2998146"/>
                    <a:pt x="2508212" y="2850826"/>
                    <a:pt x="2555202" y="2806376"/>
                  </a:cubicBezTo>
                  <a:cubicBezTo>
                    <a:pt x="2574252" y="2788596"/>
                    <a:pt x="2590762" y="2782246"/>
                    <a:pt x="2607272" y="2783516"/>
                  </a:cubicBezTo>
                  <a:cubicBezTo>
                    <a:pt x="2623782" y="2784785"/>
                    <a:pt x="2646642" y="2800026"/>
                    <a:pt x="2655532" y="2813996"/>
                  </a:cubicBezTo>
                  <a:cubicBezTo>
                    <a:pt x="2663152" y="2825426"/>
                    <a:pt x="2661882" y="2834316"/>
                    <a:pt x="2661882" y="2855906"/>
                  </a:cubicBezTo>
                  <a:cubicBezTo>
                    <a:pt x="2660612" y="2933376"/>
                    <a:pt x="2611082" y="3169596"/>
                    <a:pt x="2561552" y="3375335"/>
                  </a:cubicBezTo>
                  <a:cubicBezTo>
                    <a:pt x="2486622" y="3681406"/>
                    <a:pt x="2307552" y="4308785"/>
                    <a:pt x="2227542" y="4505635"/>
                  </a:cubicBezTo>
                  <a:cubicBezTo>
                    <a:pt x="2197062" y="4579296"/>
                    <a:pt x="2179282" y="4632635"/>
                    <a:pt x="2150072" y="4651685"/>
                  </a:cubicBezTo>
                  <a:cubicBezTo>
                    <a:pt x="2133562" y="4661846"/>
                    <a:pt x="2109432" y="4658035"/>
                    <a:pt x="2095462" y="4654226"/>
                  </a:cubicBezTo>
                  <a:cubicBezTo>
                    <a:pt x="2085302" y="4650415"/>
                    <a:pt x="2078952" y="4644065"/>
                    <a:pt x="2073872" y="4636446"/>
                  </a:cubicBezTo>
                  <a:cubicBezTo>
                    <a:pt x="2066252" y="4626285"/>
                    <a:pt x="2063712" y="4616126"/>
                    <a:pt x="2061172" y="4595806"/>
                  </a:cubicBezTo>
                  <a:cubicBezTo>
                    <a:pt x="2054822" y="4537385"/>
                    <a:pt x="2063712" y="4376096"/>
                    <a:pt x="2091652" y="4240206"/>
                  </a:cubicBezTo>
                  <a:cubicBezTo>
                    <a:pt x="2129752" y="4047166"/>
                    <a:pt x="2244052" y="3696646"/>
                    <a:pt x="2312632" y="3559485"/>
                  </a:cubicBezTo>
                  <a:cubicBezTo>
                    <a:pt x="2345652" y="3493446"/>
                    <a:pt x="2381212" y="3441376"/>
                    <a:pt x="2409152" y="3423596"/>
                  </a:cubicBezTo>
                  <a:cubicBezTo>
                    <a:pt x="2424392" y="3414706"/>
                    <a:pt x="2438362" y="3413435"/>
                    <a:pt x="2451062" y="3417246"/>
                  </a:cubicBezTo>
                  <a:cubicBezTo>
                    <a:pt x="2466302" y="3422326"/>
                    <a:pt x="2480272" y="3431216"/>
                    <a:pt x="2492972" y="3452806"/>
                  </a:cubicBezTo>
                  <a:cubicBezTo>
                    <a:pt x="2522182" y="3508685"/>
                    <a:pt x="2532342" y="3663626"/>
                    <a:pt x="2541232" y="3809676"/>
                  </a:cubicBezTo>
                  <a:cubicBezTo>
                    <a:pt x="2555202" y="4035735"/>
                    <a:pt x="2539962" y="4424356"/>
                    <a:pt x="2528532" y="4685976"/>
                  </a:cubicBezTo>
                  <a:cubicBezTo>
                    <a:pt x="2519642" y="4896796"/>
                    <a:pt x="2505672" y="5106346"/>
                    <a:pt x="2489162" y="5258746"/>
                  </a:cubicBezTo>
                  <a:cubicBezTo>
                    <a:pt x="2477732" y="5361616"/>
                    <a:pt x="2471382" y="5472106"/>
                    <a:pt x="2452332" y="5515285"/>
                  </a:cubicBezTo>
                  <a:cubicBezTo>
                    <a:pt x="2445982" y="5531796"/>
                    <a:pt x="2437092" y="5539416"/>
                    <a:pt x="2428202" y="5547035"/>
                  </a:cubicBezTo>
                  <a:cubicBezTo>
                    <a:pt x="2419312" y="5552116"/>
                    <a:pt x="2410422" y="5554656"/>
                    <a:pt x="2401532" y="5554656"/>
                  </a:cubicBezTo>
                  <a:cubicBezTo>
                    <a:pt x="2390102" y="5554656"/>
                    <a:pt x="2372322" y="5550846"/>
                    <a:pt x="2363432" y="5541956"/>
                  </a:cubicBezTo>
                  <a:cubicBezTo>
                    <a:pt x="2352002" y="5531796"/>
                    <a:pt x="2344382" y="5521635"/>
                    <a:pt x="2341842" y="5493696"/>
                  </a:cubicBezTo>
                  <a:cubicBezTo>
                    <a:pt x="2325332" y="5351456"/>
                    <a:pt x="2503132" y="4552626"/>
                    <a:pt x="2589492" y="4164006"/>
                  </a:cubicBezTo>
                  <a:cubicBezTo>
                    <a:pt x="2658072" y="3856666"/>
                    <a:pt x="2741892" y="3559485"/>
                    <a:pt x="2802852" y="3344856"/>
                  </a:cubicBezTo>
                  <a:cubicBezTo>
                    <a:pt x="2843492" y="3203885"/>
                    <a:pt x="2884132" y="3051486"/>
                    <a:pt x="2910802" y="2996876"/>
                  </a:cubicBezTo>
                  <a:cubicBezTo>
                    <a:pt x="2919692" y="2979096"/>
                    <a:pt x="2923502" y="2970206"/>
                    <a:pt x="2933662" y="2963856"/>
                  </a:cubicBezTo>
                  <a:cubicBezTo>
                    <a:pt x="2945092" y="2956236"/>
                    <a:pt x="2961602" y="2952426"/>
                    <a:pt x="2974302" y="2954966"/>
                  </a:cubicBezTo>
                  <a:cubicBezTo>
                    <a:pt x="2987002" y="2956236"/>
                    <a:pt x="3002242" y="2963856"/>
                    <a:pt x="3009862" y="2974016"/>
                  </a:cubicBezTo>
                  <a:cubicBezTo>
                    <a:pt x="3018752" y="2984176"/>
                    <a:pt x="3022562" y="2994336"/>
                    <a:pt x="3023832" y="3012116"/>
                  </a:cubicBezTo>
                  <a:cubicBezTo>
                    <a:pt x="3028912" y="3051486"/>
                    <a:pt x="3023832" y="3120066"/>
                    <a:pt x="3002242" y="3207696"/>
                  </a:cubicBezTo>
                  <a:cubicBezTo>
                    <a:pt x="2951442" y="3407085"/>
                    <a:pt x="2762212" y="3869366"/>
                    <a:pt x="2619972" y="4158926"/>
                  </a:cubicBezTo>
                  <a:cubicBezTo>
                    <a:pt x="2491702" y="4416735"/>
                    <a:pt x="2325332" y="4678356"/>
                    <a:pt x="2202142" y="4866316"/>
                  </a:cubicBezTo>
                  <a:cubicBezTo>
                    <a:pt x="2117052" y="4997126"/>
                    <a:pt x="2034502" y="5135556"/>
                    <a:pt x="1968462" y="5188896"/>
                  </a:cubicBezTo>
                  <a:cubicBezTo>
                    <a:pt x="1936712" y="5215566"/>
                    <a:pt x="1904962" y="5228266"/>
                    <a:pt x="1880832" y="5226996"/>
                  </a:cubicBezTo>
                  <a:cubicBezTo>
                    <a:pt x="1861782" y="5226996"/>
                    <a:pt x="1841462" y="5214296"/>
                    <a:pt x="1831302" y="5200326"/>
                  </a:cubicBezTo>
                  <a:cubicBezTo>
                    <a:pt x="1822412" y="5187626"/>
                    <a:pt x="1823682" y="5174926"/>
                    <a:pt x="1826222" y="5145716"/>
                  </a:cubicBezTo>
                  <a:cubicBezTo>
                    <a:pt x="1838922" y="5018716"/>
                    <a:pt x="1996402" y="4532306"/>
                    <a:pt x="2125942" y="4150035"/>
                  </a:cubicBezTo>
                  <a:cubicBezTo>
                    <a:pt x="2308822" y="3616635"/>
                    <a:pt x="2699982" y="2573966"/>
                    <a:pt x="2848572" y="2253926"/>
                  </a:cubicBezTo>
                  <a:cubicBezTo>
                    <a:pt x="2900642" y="2139626"/>
                    <a:pt x="2945092" y="2062156"/>
                    <a:pt x="2971762" y="2030406"/>
                  </a:cubicBezTo>
                  <a:cubicBezTo>
                    <a:pt x="2979382" y="2020246"/>
                    <a:pt x="2983192" y="2016436"/>
                    <a:pt x="2992082" y="2012626"/>
                  </a:cubicBezTo>
                  <a:cubicBezTo>
                    <a:pt x="3002242" y="2007546"/>
                    <a:pt x="3021292" y="2006276"/>
                    <a:pt x="3032722" y="2008816"/>
                  </a:cubicBezTo>
                  <a:cubicBezTo>
                    <a:pt x="3041612" y="2010086"/>
                    <a:pt x="3050502" y="2015166"/>
                    <a:pt x="3056852" y="2021516"/>
                  </a:cubicBezTo>
                  <a:cubicBezTo>
                    <a:pt x="3064472" y="2030406"/>
                    <a:pt x="3070822" y="2036756"/>
                    <a:pt x="3074632" y="2057076"/>
                  </a:cubicBezTo>
                  <a:cubicBezTo>
                    <a:pt x="3094952" y="2158676"/>
                    <a:pt x="3054312" y="2651436"/>
                    <a:pt x="3007322" y="2986716"/>
                  </a:cubicBezTo>
                  <a:cubicBezTo>
                    <a:pt x="2948902" y="3389306"/>
                    <a:pt x="2810472" y="3944296"/>
                    <a:pt x="2725382" y="4307515"/>
                  </a:cubicBezTo>
                  <a:cubicBezTo>
                    <a:pt x="2664422" y="4566596"/>
                    <a:pt x="2609812" y="4791385"/>
                    <a:pt x="2553932" y="4969185"/>
                  </a:cubicBezTo>
                  <a:cubicBezTo>
                    <a:pt x="2517102" y="5093646"/>
                    <a:pt x="2475192" y="5234615"/>
                    <a:pt x="2443442" y="5279065"/>
                  </a:cubicBezTo>
                  <a:cubicBezTo>
                    <a:pt x="2433282" y="5295576"/>
                    <a:pt x="2424392" y="5301926"/>
                    <a:pt x="2412962" y="5305735"/>
                  </a:cubicBezTo>
                  <a:cubicBezTo>
                    <a:pt x="2404072" y="5309546"/>
                    <a:pt x="2395182" y="5310815"/>
                    <a:pt x="2386292" y="5309546"/>
                  </a:cubicBezTo>
                  <a:cubicBezTo>
                    <a:pt x="2374862" y="5307006"/>
                    <a:pt x="2358352" y="5299385"/>
                    <a:pt x="2350732" y="5290496"/>
                  </a:cubicBezTo>
                  <a:cubicBezTo>
                    <a:pt x="2341842" y="5280335"/>
                    <a:pt x="2339302" y="5273985"/>
                    <a:pt x="2336762" y="5252396"/>
                  </a:cubicBezTo>
                  <a:cubicBezTo>
                    <a:pt x="2322792" y="5139365"/>
                    <a:pt x="2395182" y="4498015"/>
                    <a:pt x="2445982" y="4193215"/>
                  </a:cubicBezTo>
                  <a:cubicBezTo>
                    <a:pt x="2485352" y="3958265"/>
                    <a:pt x="2546312" y="3739826"/>
                    <a:pt x="2590762" y="3574726"/>
                  </a:cubicBezTo>
                  <a:cubicBezTo>
                    <a:pt x="2619972" y="3464235"/>
                    <a:pt x="2651722" y="3339776"/>
                    <a:pt x="2673312" y="3301676"/>
                  </a:cubicBezTo>
                  <a:cubicBezTo>
                    <a:pt x="2679662" y="3288976"/>
                    <a:pt x="2683472" y="3285165"/>
                    <a:pt x="2691092" y="3280085"/>
                  </a:cubicBezTo>
                  <a:cubicBezTo>
                    <a:pt x="2701252" y="3273735"/>
                    <a:pt x="2719032" y="3267385"/>
                    <a:pt x="2731732" y="3269926"/>
                  </a:cubicBezTo>
                  <a:cubicBezTo>
                    <a:pt x="2746972" y="3272465"/>
                    <a:pt x="2764752" y="3281356"/>
                    <a:pt x="2776182" y="3300406"/>
                  </a:cubicBezTo>
                  <a:cubicBezTo>
                    <a:pt x="2797772" y="3334695"/>
                    <a:pt x="2800312" y="3410895"/>
                    <a:pt x="2799042" y="3497256"/>
                  </a:cubicBezTo>
                  <a:cubicBezTo>
                    <a:pt x="2796502" y="3663626"/>
                    <a:pt x="2735542" y="4012876"/>
                    <a:pt x="2687282" y="4223696"/>
                  </a:cubicBezTo>
                  <a:cubicBezTo>
                    <a:pt x="2650452" y="4391335"/>
                    <a:pt x="2602192" y="4550085"/>
                    <a:pt x="2555202" y="4668196"/>
                  </a:cubicBezTo>
                  <a:cubicBezTo>
                    <a:pt x="2522182" y="4753285"/>
                    <a:pt x="2486622" y="4847265"/>
                    <a:pt x="2451062" y="4877746"/>
                  </a:cubicBezTo>
                  <a:cubicBezTo>
                    <a:pt x="2434552" y="4892985"/>
                    <a:pt x="2416772" y="4896796"/>
                    <a:pt x="2400262" y="4894256"/>
                  </a:cubicBezTo>
                  <a:cubicBezTo>
                    <a:pt x="2385022" y="4891715"/>
                    <a:pt x="2369782" y="4882826"/>
                    <a:pt x="2358352" y="4862506"/>
                  </a:cubicBezTo>
                  <a:cubicBezTo>
                    <a:pt x="2327872" y="4806626"/>
                    <a:pt x="2322792" y="4626285"/>
                    <a:pt x="2331682" y="4482776"/>
                  </a:cubicBezTo>
                  <a:cubicBezTo>
                    <a:pt x="2343112" y="4294815"/>
                    <a:pt x="2420582" y="4003985"/>
                    <a:pt x="2458682" y="3829995"/>
                  </a:cubicBezTo>
                  <a:cubicBezTo>
                    <a:pt x="2484082" y="3713156"/>
                    <a:pt x="2500592" y="3614095"/>
                    <a:pt x="2529802" y="3539165"/>
                  </a:cubicBezTo>
                  <a:cubicBezTo>
                    <a:pt x="2548852" y="3487095"/>
                    <a:pt x="2570442" y="3432485"/>
                    <a:pt x="2597112" y="3414706"/>
                  </a:cubicBezTo>
                  <a:cubicBezTo>
                    <a:pt x="2613622" y="3403276"/>
                    <a:pt x="2636482" y="3402006"/>
                    <a:pt x="2652992" y="3407085"/>
                  </a:cubicBezTo>
                  <a:cubicBezTo>
                    <a:pt x="2668232" y="3413435"/>
                    <a:pt x="2679662" y="3423595"/>
                    <a:pt x="2689822" y="3448995"/>
                  </a:cubicBezTo>
                  <a:cubicBezTo>
                    <a:pt x="2721572" y="3541706"/>
                    <a:pt x="2677122" y="3963345"/>
                    <a:pt x="2658072" y="4184326"/>
                  </a:cubicBezTo>
                  <a:cubicBezTo>
                    <a:pt x="2642832" y="4365935"/>
                    <a:pt x="2631402" y="4547546"/>
                    <a:pt x="2594572" y="4679626"/>
                  </a:cubicBezTo>
                  <a:cubicBezTo>
                    <a:pt x="2567902" y="4773606"/>
                    <a:pt x="2524722" y="4876476"/>
                    <a:pt x="2490432" y="4913306"/>
                  </a:cubicBezTo>
                  <a:cubicBezTo>
                    <a:pt x="2473922" y="4929815"/>
                    <a:pt x="2458682" y="4937435"/>
                    <a:pt x="2442172" y="4937435"/>
                  </a:cubicBezTo>
                  <a:cubicBezTo>
                    <a:pt x="2426932" y="4937435"/>
                    <a:pt x="2407882" y="4931085"/>
                    <a:pt x="2396452" y="4912035"/>
                  </a:cubicBezTo>
                  <a:cubicBezTo>
                    <a:pt x="2362162" y="4857426"/>
                    <a:pt x="2371052" y="4640256"/>
                    <a:pt x="2379942" y="4481506"/>
                  </a:cubicBezTo>
                  <a:cubicBezTo>
                    <a:pt x="2390102" y="4283385"/>
                    <a:pt x="2444712" y="4002715"/>
                    <a:pt x="2477732" y="3816026"/>
                  </a:cubicBezTo>
                  <a:cubicBezTo>
                    <a:pt x="2503132" y="3680135"/>
                    <a:pt x="2527262" y="3554406"/>
                    <a:pt x="2553932" y="3466776"/>
                  </a:cubicBezTo>
                  <a:cubicBezTo>
                    <a:pt x="2571712" y="3410895"/>
                    <a:pt x="2581872" y="3353745"/>
                    <a:pt x="2607272" y="3333426"/>
                  </a:cubicBezTo>
                  <a:cubicBezTo>
                    <a:pt x="2622512" y="3321995"/>
                    <a:pt x="2646642" y="3320726"/>
                    <a:pt x="2661882" y="3325806"/>
                  </a:cubicBezTo>
                  <a:cubicBezTo>
                    <a:pt x="2674582" y="3329615"/>
                    <a:pt x="2686012" y="3334695"/>
                    <a:pt x="2693632" y="3352476"/>
                  </a:cubicBezTo>
                  <a:cubicBezTo>
                    <a:pt x="2719032" y="3407085"/>
                    <a:pt x="2706332" y="3631876"/>
                    <a:pt x="2696172" y="3761415"/>
                  </a:cubicBezTo>
                  <a:cubicBezTo>
                    <a:pt x="2687282" y="3879526"/>
                    <a:pt x="2663152" y="4005256"/>
                    <a:pt x="2644102" y="4097965"/>
                  </a:cubicBezTo>
                  <a:cubicBezTo>
                    <a:pt x="2630132" y="4165276"/>
                    <a:pt x="2614892" y="4238935"/>
                    <a:pt x="2600922" y="4268145"/>
                  </a:cubicBezTo>
                  <a:cubicBezTo>
                    <a:pt x="2595842" y="4279576"/>
                    <a:pt x="2592032" y="4284656"/>
                    <a:pt x="2584412" y="4289735"/>
                  </a:cubicBezTo>
                  <a:cubicBezTo>
                    <a:pt x="2575522" y="4297356"/>
                    <a:pt x="2559012" y="4303706"/>
                    <a:pt x="2546312" y="4303706"/>
                  </a:cubicBezTo>
                  <a:cubicBezTo>
                    <a:pt x="2533612" y="4302435"/>
                    <a:pt x="2518372" y="4294815"/>
                    <a:pt x="2509482" y="4287195"/>
                  </a:cubicBezTo>
                  <a:cubicBezTo>
                    <a:pt x="2501862" y="4280845"/>
                    <a:pt x="2499322" y="4278306"/>
                    <a:pt x="2494242" y="4264335"/>
                  </a:cubicBezTo>
                  <a:cubicBezTo>
                    <a:pt x="2475192" y="4208456"/>
                    <a:pt x="2465032" y="3969695"/>
                    <a:pt x="2458682" y="3795706"/>
                  </a:cubicBezTo>
                  <a:cubicBezTo>
                    <a:pt x="2449792" y="3578535"/>
                    <a:pt x="2454872" y="3255956"/>
                    <a:pt x="2461222" y="3061646"/>
                  </a:cubicBezTo>
                  <a:cubicBezTo>
                    <a:pt x="2465032" y="2930835"/>
                    <a:pt x="2462492" y="2788596"/>
                    <a:pt x="2480272" y="2736525"/>
                  </a:cubicBezTo>
                  <a:cubicBezTo>
                    <a:pt x="2486622" y="2718746"/>
                    <a:pt x="2492972" y="2711125"/>
                    <a:pt x="2503132" y="2703506"/>
                  </a:cubicBezTo>
                  <a:cubicBezTo>
                    <a:pt x="2513292" y="2697156"/>
                    <a:pt x="2529802" y="2692075"/>
                    <a:pt x="2542502" y="2694615"/>
                  </a:cubicBezTo>
                  <a:cubicBezTo>
                    <a:pt x="2555202" y="2695885"/>
                    <a:pt x="2570442" y="2703506"/>
                    <a:pt x="2578062" y="2713665"/>
                  </a:cubicBezTo>
                  <a:cubicBezTo>
                    <a:pt x="2586952" y="2722556"/>
                    <a:pt x="2588222" y="2728906"/>
                    <a:pt x="2593302" y="2750496"/>
                  </a:cubicBezTo>
                  <a:cubicBezTo>
                    <a:pt x="2617432" y="2878765"/>
                    <a:pt x="2645372" y="3683945"/>
                    <a:pt x="2630132" y="4092885"/>
                  </a:cubicBezTo>
                  <a:cubicBezTo>
                    <a:pt x="2616162" y="4437056"/>
                    <a:pt x="2567902" y="4791385"/>
                    <a:pt x="2532342" y="5042845"/>
                  </a:cubicBezTo>
                  <a:cubicBezTo>
                    <a:pt x="2508212" y="5211756"/>
                    <a:pt x="2479002" y="5398445"/>
                    <a:pt x="2457412" y="5460676"/>
                  </a:cubicBezTo>
                  <a:cubicBezTo>
                    <a:pt x="2451062" y="5480995"/>
                    <a:pt x="2448522" y="5488615"/>
                    <a:pt x="2438362" y="5497506"/>
                  </a:cubicBezTo>
                  <a:cubicBezTo>
                    <a:pt x="2429472" y="5506395"/>
                    <a:pt x="2412962" y="5512745"/>
                    <a:pt x="2400262" y="5512745"/>
                  </a:cubicBezTo>
                  <a:cubicBezTo>
                    <a:pt x="2387562" y="5514015"/>
                    <a:pt x="2371052" y="5507665"/>
                    <a:pt x="2362162" y="5498776"/>
                  </a:cubicBezTo>
                  <a:cubicBezTo>
                    <a:pt x="2352002" y="5491156"/>
                    <a:pt x="2346922" y="5483535"/>
                    <a:pt x="2341842" y="5463215"/>
                  </a:cubicBezTo>
                  <a:cubicBezTo>
                    <a:pt x="2324062" y="5395906"/>
                    <a:pt x="2313902" y="5192706"/>
                    <a:pt x="2326602" y="4995856"/>
                  </a:cubicBezTo>
                  <a:cubicBezTo>
                    <a:pt x="2348192" y="4650415"/>
                    <a:pt x="2475192" y="3831265"/>
                    <a:pt x="2551392" y="3577265"/>
                  </a:cubicBezTo>
                  <a:cubicBezTo>
                    <a:pt x="2580602" y="3480746"/>
                    <a:pt x="2606002" y="3409626"/>
                    <a:pt x="2639022" y="3382956"/>
                  </a:cubicBezTo>
                  <a:cubicBezTo>
                    <a:pt x="2655532" y="3370256"/>
                    <a:pt x="2675852" y="3368985"/>
                    <a:pt x="2691092" y="3372796"/>
                  </a:cubicBezTo>
                  <a:cubicBezTo>
                    <a:pt x="2706332" y="3377876"/>
                    <a:pt x="2719032" y="3393115"/>
                    <a:pt x="2729192" y="3410896"/>
                  </a:cubicBezTo>
                  <a:cubicBezTo>
                    <a:pt x="2744432" y="3435026"/>
                    <a:pt x="2753322" y="3466776"/>
                    <a:pt x="2760942" y="3512496"/>
                  </a:cubicBezTo>
                  <a:cubicBezTo>
                    <a:pt x="2776182" y="3600126"/>
                    <a:pt x="2776182" y="3794435"/>
                    <a:pt x="2774912" y="3904926"/>
                  </a:cubicBezTo>
                  <a:cubicBezTo>
                    <a:pt x="2773642" y="3984935"/>
                    <a:pt x="2769832" y="4077646"/>
                    <a:pt x="2760942" y="4113206"/>
                  </a:cubicBezTo>
                  <a:cubicBezTo>
                    <a:pt x="2757132" y="4125906"/>
                    <a:pt x="2755862" y="4130985"/>
                    <a:pt x="2748242" y="4138606"/>
                  </a:cubicBezTo>
                  <a:cubicBezTo>
                    <a:pt x="2740622" y="4147496"/>
                    <a:pt x="2725382" y="4157656"/>
                    <a:pt x="2712682" y="4158926"/>
                  </a:cubicBezTo>
                  <a:cubicBezTo>
                    <a:pt x="2699982" y="4161465"/>
                    <a:pt x="2682202" y="4156385"/>
                    <a:pt x="2672042" y="4150035"/>
                  </a:cubicBezTo>
                  <a:cubicBezTo>
                    <a:pt x="2663152" y="4146226"/>
                    <a:pt x="2658072" y="4142415"/>
                    <a:pt x="2652992" y="4129715"/>
                  </a:cubicBezTo>
                  <a:cubicBezTo>
                    <a:pt x="2633942" y="4090346"/>
                    <a:pt x="2625052" y="3950646"/>
                    <a:pt x="2623782" y="3836346"/>
                  </a:cubicBezTo>
                  <a:cubicBezTo>
                    <a:pt x="2621242" y="3675056"/>
                    <a:pt x="2647912" y="3431215"/>
                    <a:pt x="2664422" y="3258496"/>
                  </a:cubicBezTo>
                  <a:cubicBezTo>
                    <a:pt x="2679662" y="3117525"/>
                    <a:pt x="2689822" y="2932106"/>
                    <a:pt x="2715222" y="2876225"/>
                  </a:cubicBezTo>
                  <a:cubicBezTo>
                    <a:pt x="2724112" y="2857175"/>
                    <a:pt x="2733002" y="2849556"/>
                    <a:pt x="2743162" y="2843206"/>
                  </a:cubicBezTo>
                  <a:cubicBezTo>
                    <a:pt x="2752052" y="2838125"/>
                    <a:pt x="2762212" y="2835585"/>
                    <a:pt x="2771102" y="2836856"/>
                  </a:cubicBezTo>
                  <a:cubicBezTo>
                    <a:pt x="2783802" y="2836856"/>
                    <a:pt x="2801582" y="2843206"/>
                    <a:pt x="2811742" y="2852096"/>
                  </a:cubicBezTo>
                  <a:cubicBezTo>
                    <a:pt x="2821902" y="2860985"/>
                    <a:pt x="2826982" y="2868606"/>
                    <a:pt x="2832062" y="2890196"/>
                  </a:cubicBezTo>
                  <a:cubicBezTo>
                    <a:pt x="2851112" y="2965125"/>
                    <a:pt x="2846032" y="3243256"/>
                    <a:pt x="2835872" y="3436296"/>
                  </a:cubicBezTo>
                  <a:cubicBezTo>
                    <a:pt x="2823172" y="3653465"/>
                    <a:pt x="2783802" y="3931596"/>
                    <a:pt x="2753322" y="4127176"/>
                  </a:cubicBezTo>
                  <a:cubicBezTo>
                    <a:pt x="2731732" y="4271956"/>
                    <a:pt x="2708872" y="4404035"/>
                    <a:pt x="2684742" y="4504365"/>
                  </a:cubicBezTo>
                  <a:cubicBezTo>
                    <a:pt x="2668232" y="4572946"/>
                    <a:pt x="2658072" y="4644065"/>
                    <a:pt x="2635212" y="4677085"/>
                  </a:cubicBezTo>
                  <a:cubicBezTo>
                    <a:pt x="2622512" y="4694865"/>
                    <a:pt x="2606002" y="4705026"/>
                    <a:pt x="2593302" y="4710106"/>
                  </a:cubicBezTo>
                  <a:cubicBezTo>
                    <a:pt x="2583142" y="4712646"/>
                    <a:pt x="2574252" y="4711376"/>
                    <a:pt x="2565362" y="4707565"/>
                  </a:cubicBezTo>
                  <a:cubicBezTo>
                    <a:pt x="2555202" y="4703756"/>
                    <a:pt x="2543772" y="4698676"/>
                    <a:pt x="2533612" y="4683435"/>
                  </a:cubicBezTo>
                  <a:cubicBezTo>
                    <a:pt x="2506942" y="4642796"/>
                    <a:pt x="2475192" y="4528496"/>
                    <a:pt x="2457412" y="4416735"/>
                  </a:cubicBezTo>
                  <a:cubicBezTo>
                    <a:pt x="2429472" y="4236396"/>
                    <a:pt x="2406612" y="3784276"/>
                    <a:pt x="2438362" y="3694106"/>
                  </a:cubicBezTo>
                  <a:cubicBezTo>
                    <a:pt x="2447252" y="3668706"/>
                    <a:pt x="2458682" y="3658546"/>
                    <a:pt x="2472652" y="3653465"/>
                  </a:cubicBezTo>
                  <a:cubicBezTo>
                    <a:pt x="2487892" y="3647115"/>
                    <a:pt x="2510752" y="3647115"/>
                    <a:pt x="2525992" y="3658546"/>
                  </a:cubicBezTo>
                  <a:cubicBezTo>
                    <a:pt x="2550122" y="3675056"/>
                    <a:pt x="2566632" y="3716965"/>
                    <a:pt x="2581872" y="3779196"/>
                  </a:cubicBezTo>
                  <a:cubicBezTo>
                    <a:pt x="2623782" y="3944296"/>
                    <a:pt x="2649182" y="4630096"/>
                    <a:pt x="2635212" y="4739315"/>
                  </a:cubicBezTo>
                  <a:cubicBezTo>
                    <a:pt x="2631402" y="4762176"/>
                    <a:pt x="2630132" y="4769796"/>
                    <a:pt x="2621242" y="4779956"/>
                  </a:cubicBezTo>
                  <a:cubicBezTo>
                    <a:pt x="2612352" y="4790115"/>
                    <a:pt x="2597112" y="4799006"/>
                    <a:pt x="2584412" y="4801546"/>
                  </a:cubicBezTo>
                  <a:cubicBezTo>
                    <a:pt x="2570442" y="4804085"/>
                    <a:pt x="2552662" y="4799006"/>
                    <a:pt x="2541232" y="4792656"/>
                  </a:cubicBezTo>
                  <a:cubicBezTo>
                    <a:pt x="2532342" y="4787576"/>
                    <a:pt x="2525992" y="4779956"/>
                    <a:pt x="2520912" y="4772335"/>
                  </a:cubicBezTo>
                  <a:cubicBezTo>
                    <a:pt x="2517102" y="4763446"/>
                    <a:pt x="2513292" y="4759635"/>
                    <a:pt x="2513292" y="4744396"/>
                  </a:cubicBezTo>
                  <a:cubicBezTo>
                    <a:pt x="2512022" y="4654226"/>
                    <a:pt x="2677122" y="4118285"/>
                    <a:pt x="2755862" y="3852856"/>
                  </a:cubicBezTo>
                  <a:cubicBezTo>
                    <a:pt x="2819362" y="3634415"/>
                    <a:pt x="2885402" y="3410896"/>
                    <a:pt x="2941282" y="3261035"/>
                  </a:cubicBezTo>
                  <a:cubicBezTo>
                    <a:pt x="2976842" y="3165786"/>
                    <a:pt x="3013672" y="3067996"/>
                    <a:pt x="3042882" y="3031166"/>
                  </a:cubicBezTo>
                  <a:cubicBezTo>
                    <a:pt x="3054312" y="3017196"/>
                    <a:pt x="3064472" y="3010846"/>
                    <a:pt x="3074632" y="3007035"/>
                  </a:cubicBezTo>
                  <a:cubicBezTo>
                    <a:pt x="3083522" y="3003226"/>
                    <a:pt x="3093682" y="3001956"/>
                    <a:pt x="3102572" y="3004496"/>
                  </a:cubicBezTo>
                  <a:cubicBezTo>
                    <a:pt x="3114002" y="3007035"/>
                    <a:pt x="3129242" y="3017196"/>
                    <a:pt x="3136862" y="3026085"/>
                  </a:cubicBezTo>
                  <a:cubicBezTo>
                    <a:pt x="3143212" y="3033706"/>
                    <a:pt x="3145752" y="3036246"/>
                    <a:pt x="3148292" y="3051485"/>
                  </a:cubicBezTo>
                  <a:cubicBezTo>
                    <a:pt x="3160992" y="3122606"/>
                    <a:pt x="3134322" y="3488366"/>
                    <a:pt x="3106382" y="3711885"/>
                  </a:cubicBezTo>
                  <a:cubicBezTo>
                    <a:pt x="3075902" y="3948106"/>
                    <a:pt x="3021292" y="4231316"/>
                    <a:pt x="2969222" y="4430706"/>
                  </a:cubicBezTo>
                  <a:cubicBezTo>
                    <a:pt x="2929852" y="4579296"/>
                    <a:pt x="2896832" y="4712646"/>
                    <a:pt x="2840952" y="4809165"/>
                  </a:cubicBezTo>
                  <a:cubicBezTo>
                    <a:pt x="2799042" y="4882826"/>
                    <a:pt x="2735542" y="4960296"/>
                    <a:pt x="2696172" y="4979346"/>
                  </a:cubicBezTo>
                  <a:cubicBezTo>
                    <a:pt x="2675852" y="4989506"/>
                    <a:pt x="2656802" y="4986965"/>
                    <a:pt x="2642832" y="4981885"/>
                  </a:cubicBezTo>
                  <a:cubicBezTo>
                    <a:pt x="2630132" y="4976806"/>
                    <a:pt x="2621242" y="4970456"/>
                    <a:pt x="2614892" y="4952676"/>
                  </a:cubicBezTo>
                  <a:cubicBezTo>
                    <a:pt x="2584412" y="4879015"/>
                    <a:pt x="2595842" y="4537385"/>
                    <a:pt x="2608542" y="4317676"/>
                  </a:cubicBezTo>
                  <a:cubicBezTo>
                    <a:pt x="2623782" y="4076376"/>
                    <a:pt x="2666962" y="3775385"/>
                    <a:pt x="2710142" y="3563296"/>
                  </a:cubicBezTo>
                  <a:cubicBezTo>
                    <a:pt x="2741892" y="3404546"/>
                    <a:pt x="2777452" y="3261035"/>
                    <a:pt x="2821902" y="3153085"/>
                  </a:cubicBezTo>
                  <a:cubicBezTo>
                    <a:pt x="2852382" y="3076885"/>
                    <a:pt x="2890482" y="2990525"/>
                    <a:pt x="2926042" y="2966396"/>
                  </a:cubicBezTo>
                  <a:cubicBezTo>
                    <a:pt x="2943822" y="2954966"/>
                    <a:pt x="2964142" y="2956235"/>
                    <a:pt x="2978112" y="2961316"/>
                  </a:cubicBezTo>
                  <a:cubicBezTo>
                    <a:pt x="2993352" y="2967666"/>
                    <a:pt x="3004782" y="2980366"/>
                    <a:pt x="3012402" y="3001956"/>
                  </a:cubicBezTo>
                  <a:cubicBezTo>
                    <a:pt x="3032722" y="3060375"/>
                    <a:pt x="3014942" y="3225476"/>
                    <a:pt x="2998432" y="3355015"/>
                  </a:cubicBezTo>
                  <a:cubicBezTo>
                    <a:pt x="2975572" y="3521385"/>
                    <a:pt x="2928582" y="3767765"/>
                    <a:pt x="2871432" y="3912546"/>
                  </a:cubicBezTo>
                  <a:cubicBezTo>
                    <a:pt x="2832062" y="4014146"/>
                    <a:pt x="2767292" y="4115746"/>
                    <a:pt x="2730462" y="4157656"/>
                  </a:cubicBezTo>
                  <a:cubicBezTo>
                    <a:pt x="2713952" y="4175435"/>
                    <a:pt x="2702522" y="4185596"/>
                    <a:pt x="2687282" y="4188135"/>
                  </a:cubicBezTo>
                  <a:cubicBezTo>
                    <a:pt x="2672042" y="4190676"/>
                    <a:pt x="2652992" y="4184326"/>
                    <a:pt x="2637752" y="4170356"/>
                  </a:cubicBezTo>
                  <a:cubicBezTo>
                    <a:pt x="2609812" y="4144956"/>
                    <a:pt x="2575522" y="4085265"/>
                    <a:pt x="2567902" y="4011606"/>
                  </a:cubicBezTo>
                  <a:cubicBezTo>
                    <a:pt x="2551392" y="3856665"/>
                    <a:pt x="2672042" y="3471856"/>
                    <a:pt x="2725382" y="3269926"/>
                  </a:cubicBezTo>
                  <a:cubicBezTo>
                    <a:pt x="2763482" y="3126416"/>
                    <a:pt x="2809202" y="2949885"/>
                    <a:pt x="2839682" y="2907975"/>
                  </a:cubicBezTo>
                  <a:cubicBezTo>
                    <a:pt x="2847302" y="2897816"/>
                    <a:pt x="2852382" y="2895275"/>
                    <a:pt x="2861272" y="2892735"/>
                  </a:cubicBezTo>
                  <a:cubicBezTo>
                    <a:pt x="2872702" y="2888925"/>
                    <a:pt x="2890482" y="2886385"/>
                    <a:pt x="2901912" y="2891466"/>
                  </a:cubicBezTo>
                  <a:cubicBezTo>
                    <a:pt x="2915882" y="2897816"/>
                    <a:pt x="2929852" y="2909246"/>
                    <a:pt x="2938742" y="2930835"/>
                  </a:cubicBezTo>
                  <a:cubicBezTo>
                    <a:pt x="2959062" y="2980366"/>
                    <a:pt x="2964142" y="3098475"/>
                    <a:pt x="2950172" y="3221665"/>
                  </a:cubicBezTo>
                  <a:cubicBezTo>
                    <a:pt x="2924772" y="3441376"/>
                    <a:pt x="2802852" y="3871906"/>
                    <a:pt x="2699982" y="4128446"/>
                  </a:cubicBezTo>
                  <a:cubicBezTo>
                    <a:pt x="2617432" y="4331646"/>
                    <a:pt x="2501862" y="4600885"/>
                    <a:pt x="2416772" y="4649146"/>
                  </a:cubicBezTo>
                  <a:cubicBezTo>
                    <a:pt x="2381212" y="4669465"/>
                    <a:pt x="2340572" y="4637715"/>
                    <a:pt x="2313902" y="4645335"/>
                  </a:cubicBezTo>
                  <a:cubicBezTo>
                    <a:pt x="2294852" y="4650415"/>
                    <a:pt x="2285962" y="4674546"/>
                    <a:pt x="2269452" y="4675815"/>
                  </a:cubicBezTo>
                  <a:cubicBezTo>
                    <a:pt x="2254212" y="4678356"/>
                    <a:pt x="2228812" y="4669465"/>
                    <a:pt x="2218652" y="4656765"/>
                  </a:cubicBezTo>
                  <a:cubicBezTo>
                    <a:pt x="2207222" y="4645335"/>
                    <a:pt x="2205952" y="4632635"/>
                    <a:pt x="2204682" y="4604696"/>
                  </a:cubicBezTo>
                  <a:cubicBezTo>
                    <a:pt x="2202142" y="4496746"/>
                    <a:pt x="2292312" y="4043356"/>
                    <a:pt x="2354542" y="3821106"/>
                  </a:cubicBezTo>
                  <a:cubicBezTo>
                    <a:pt x="2401532" y="3650926"/>
                    <a:pt x="2466302" y="3494715"/>
                    <a:pt x="2520912" y="3377876"/>
                  </a:cubicBezTo>
                  <a:cubicBezTo>
                    <a:pt x="2557742" y="3296595"/>
                    <a:pt x="2606002" y="3210235"/>
                    <a:pt x="2630132" y="3181025"/>
                  </a:cubicBezTo>
                  <a:cubicBezTo>
                    <a:pt x="2639022" y="3169596"/>
                    <a:pt x="2641562" y="3165785"/>
                    <a:pt x="2650452" y="3161975"/>
                  </a:cubicBezTo>
                  <a:cubicBezTo>
                    <a:pt x="2660612" y="3158166"/>
                    <a:pt x="2678392" y="3154356"/>
                    <a:pt x="2691092" y="3156896"/>
                  </a:cubicBezTo>
                  <a:cubicBezTo>
                    <a:pt x="2702522" y="3160706"/>
                    <a:pt x="2716492" y="3170866"/>
                    <a:pt x="2724112" y="3179756"/>
                  </a:cubicBezTo>
                  <a:cubicBezTo>
                    <a:pt x="2730462" y="3187375"/>
                    <a:pt x="2731732" y="3191185"/>
                    <a:pt x="2734272" y="3206426"/>
                  </a:cubicBezTo>
                  <a:cubicBezTo>
                    <a:pt x="2743162" y="3280085"/>
                    <a:pt x="2706332" y="3709345"/>
                    <a:pt x="2652992" y="3901115"/>
                  </a:cubicBezTo>
                  <a:cubicBezTo>
                    <a:pt x="2612352" y="4048435"/>
                    <a:pt x="2555202" y="4190676"/>
                    <a:pt x="2484082" y="4273226"/>
                  </a:cubicBezTo>
                  <a:cubicBezTo>
                    <a:pt x="2433282" y="4331645"/>
                    <a:pt x="2348192" y="4378635"/>
                    <a:pt x="2308822" y="4386256"/>
                  </a:cubicBezTo>
                  <a:cubicBezTo>
                    <a:pt x="2292312" y="4388795"/>
                    <a:pt x="2279612" y="4384985"/>
                    <a:pt x="2268182" y="4378635"/>
                  </a:cubicBezTo>
                  <a:cubicBezTo>
                    <a:pt x="2258022" y="4372285"/>
                    <a:pt x="2250402" y="4364665"/>
                    <a:pt x="2242782" y="4345615"/>
                  </a:cubicBezTo>
                  <a:cubicBezTo>
                    <a:pt x="2217382" y="4279576"/>
                    <a:pt x="2176742" y="4016685"/>
                    <a:pt x="2200872" y="3846506"/>
                  </a:cubicBezTo>
                  <a:cubicBezTo>
                    <a:pt x="2226272" y="3656006"/>
                    <a:pt x="2340572" y="3413435"/>
                    <a:pt x="2421852" y="3263576"/>
                  </a:cubicBezTo>
                  <a:cubicBezTo>
                    <a:pt x="2479002" y="3158165"/>
                    <a:pt x="2566632" y="3051485"/>
                    <a:pt x="2604732" y="3014656"/>
                  </a:cubicBezTo>
                  <a:cubicBezTo>
                    <a:pt x="2618702" y="3000685"/>
                    <a:pt x="2626322" y="2993065"/>
                    <a:pt x="2639022" y="2991796"/>
                  </a:cubicBezTo>
                  <a:cubicBezTo>
                    <a:pt x="2654262" y="2989256"/>
                    <a:pt x="2678392" y="2995606"/>
                    <a:pt x="2691092" y="3004496"/>
                  </a:cubicBezTo>
                  <a:cubicBezTo>
                    <a:pt x="2701252" y="3013385"/>
                    <a:pt x="2707602" y="3029896"/>
                    <a:pt x="2708872" y="3041325"/>
                  </a:cubicBezTo>
                  <a:cubicBezTo>
                    <a:pt x="2711412" y="3050215"/>
                    <a:pt x="2701252" y="3057835"/>
                    <a:pt x="2706332" y="3067996"/>
                  </a:cubicBezTo>
                  <a:cubicBezTo>
                    <a:pt x="2715222" y="3090856"/>
                    <a:pt x="2793962" y="3104825"/>
                    <a:pt x="2809202" y="3153085"/>
                  </a:cubicBezTo>
                  <a:cubicBezTo>
                    <a:pt x="2842222" y="3258495"/>
                    <a:pt x="2721572" y="3574726"/>
                    <a:pt x="2642832" y="3752526"/>
                  </a:cubicBezTo>
                  <a:cubicBezTo>
                    <a:pt x="2572982" y="3912545"/>
                    <a:pt x="2468842" y="4075106"/>
                    <a:pt x="2378672" y="4177976"/>
                  </a:cubicBezTo>
                  <a:cubicBezTo>
                    <a:pt x="2313902" y="4250365"/>
                    <a:pt x="2225002" y="4317676"/>
                    <a:pt x="2183092" y="4336726"/>
                  </a:cubicBezTo>
                  <a:cubicBezTo>
                    <a:pt x="2165312" y="4344345"/>
                    <a:pt x="2155152" y="4346885"/>
                    <a:pt x="2142452" y="4343076"/>
                  </a:cubicBezTo>
                  <a:cubicBezTo>
                    <a:pt x="2128482" y="4339265"/>
                    <a:pt x="2106892" y="4324026"/>
                    <a:pt x="2100542" y="4310056"/>
                  </a:cubicBezTo>
                  <a:cubicBezTo>
                    <a:pt x="2095462" y="4294815"/>
                    <a:pt x="2106892" y="4279576"/>
                    <a:pt x="2105622" y="4256715"/>
                  </a:cubicBezTo>
                  <a:cubicBezTo>
                    <a:pt x="2101812" y="4214806"/>
                    <a:pt x="2047202" y="4152576"/>
                    <a:pt x="2058632" y="4077645"/>
                  </a:cubicBezTo>
                  <a:cubicBezTo>
                    <a:pt x="2078952" y="3930326"/>
                    <a:pt x="2311362" y="3630606"/>
                    <a:pt x="2432012" y="3455345"/>
                  </a:cubicBezTo>
                  <a:cubicBezTo>
                    <a:pt x="2527262" y="3315645"/>
                    <a:pt x="2627592" y="3181025"/>
                    <a:pt x="2710142" y="3097206"/>
                  </a:cubicBezTo>
                  <a:cubicBezTo>
                    <a:pt x="2764752" y="3042596"/>
                    <a:pt x="2823172" y="2984175"/>
                    <a:pt x="2861272" y="2976556"/>
                  </a:cubicBezTo>
                  <a:cubicBezTo>
                    <a:pt x="2881592" y="2972746"/>
                    <a:pt x="2900642" y="2982906"/>
                    <a:pt x="2912072" y="2993065"/>
                  </a:cubicBezTo>
                  <a:cubicBezTo>
                    <a:pt x="2922232" y="3000685"/>
                    <a:pt x="2928582" y="3017196"/>
                    <a:pt x="2928582" y="3029896"/>
                  </a:cubicBezTo>
                  <a:cubicBezTo>
                    <a:pt x="2929852" y="3042596"/>
                    <a:pt x="2928582" y="3056565"/>
                    <a:pt x="2917152" y="3067996"/>
                  </a:cubicBezTo>
                  <a:cubicBezTo>
                    <a:pt x="2890482" y="3094665"/>
                    <a:pt x="2785072" y="3117525"/>
                    <a:pt x="2716492" y="3130225"/>
                  </a:cubicBezTo>
                  <a:cubicBezTo>
                    <a:pt x="2646642" y="3142925"/>
                    <a:pt x="2556472" y="3168325"/>
                    <a:pt x="2499322" y="3141656"/>
                  </a:cubicBezTo>
                  <a:cubicBezTo>
                    <a:pt x="2440902" y="3114985"/>
                    <a:pt x="2372322" y="3033706"/>
                    <a:pt x="2369782" y="2968935"/>
                  </a:cubicBezTo>
                  <a:cubicBezTo>
                    <a:pt x="2365972" y="2886385"/>
                    <a:pt x="2476462" y="2758115"/>
                    <a:pt x="2546312" y="2684456"/>
                  </a:cubicBezTo>
                  <a:cubicBezTo>
                    <a:pt x="2606002" y="2620956"/>
                    <a:pt x="2689822" y="2553646"/>
                    <a:pt x="2750782" y="2538406"/>
                  </a:cubicBezTo>
                  <a:cubicBezTo>
                    <a:pt x="2790152" y="2528246"/>
                    <a:pt x="2837142" y="2537135"/>
                    <a:pt x="2860002" y="2549835"/>
                  </a:cubicBezTo>
                  <a:cubicBezTo>
                    <a:pt x="2873972" y="2557456"/>
                    <a:pt x="2881592" y="2571425"/>
                    <a:pt x="2885402" y="2584125"/>
                  </a:cubicBezTo>
                  <a:cubicBezTo>
                    <a:pt x="2889212" y="2596825"/>
                    <a:pt x="2890482" y="2606985"/>
                    <a:pt x="2881592" y="2626035"/>
                  </a:cubicBezTo>
                  <a:cubicBezTo>
                    <a:pt x="2849842" y="2692075"/>
                    <a:pt x="2639022" y="2881306"/>
                    <a:pt x="2505672" y="2998146"/>
                  </a:cubicBezTo>
                  <a:cubicBezTo>
                    <a:pt x="2369782" y="3118796"/>
                    <a:pt x="2139912" y="3262306"/>
                    <a:pt x="2072602" y="3339776"/>
                  </a:cubicBezTo>
                  <a:cubicBezTo>
                    <a:pt x="2045932" y="3370256"/>
                    <a:pt x="2040852" y="3379145"/>
                    <a:pt x="2030692" y="3414706"/>
                  </a:cubicBezTo>
                  <a:cubicBezTo>
                    <a:pt x="2010372" y="3488365"/>
                    <a:pt x="2042122" y="3719506"/>
                    <a:pt x="2024342" y="3774115"/>
                  </a:cubicBezTo>
                  <a:cubicBezTo>
                    <a:pt x="2017992" y="3791895"/>
                    <a:pt x="2010372" y="3800785"/>
                    <a:pt x="1998942" y="3807135"/>
                  </a:cubicBezTo>
                  <a:cubicBezTo>
                    <a:pt x="1984972" y="3814756"/>
                    <a:pt x="1959572" y="3817295"/>
                    <a:pt x="1944332" y="3810945"/>
                  </a:cubicBezTo>
                  <a:cubicBezTo>
                    <a:pt x="1929092" y="3805865"/>
                    <a:pt x="1917662" y="3793165"/>
                    <a:pt x="1910042" y="3769035"/>
                  </a:cubicBezTo>
                  <a:cubicBezTo>
                    <a:pt x="1887182" y="3706806"/>
                    <a:pt x="1898612" y="3521385"/>
                    <a:pt x="1907502" y="3382956"/>
                  </a:cubicBezTo>
                  <a:cubicBezTo>
                    <a:pt x="1917662" y="3221665"/>
                    <a:pt x="1939252" y="2979096"/>
                    <a:pt x="1974812" y="2862256"/>
                  </a:cubicBezTo>
                  <a:cubicBezTo>
                    <a:pt x="1995132" y="2797485"/>
                    <a:pt x="2023072" y="2745415"/>
                    <a:pt x="2045932" y="2720015"/>
                  </a:cubicBezTo>
                  <a:cubicBezTo>
                    <a:pt x="2057362" y="2706046"/>
                    <a:pt x="2068792" y="2699696"/>
                    <a:pt x="2080222" y="2695885"/>
                  </a:cubicBezTo>
                  <a:cubicBezTo>
                    <a:pt x="2090382" y="2693346"/>
                    <a:pt x="2099272" y="2693346"/>
                    <a:pt x="2109432" y="2697156"/>
                  </a:cubicBezTo>
                  <a:cubicBezTo>
                    <a:pt x="2122132" y="2702235"/>
                    <a:pt x="2136102" y="2711125"/>
                    <a:pt x="2150072" y="2732715"/>
                  </a:cubicBezTo>
                  <a:cubicBezTo>
                    <a:pt x="2189442" y="2801296"/>
                    <a:pt x="2216112" y="3036246"/>
                    <a:pt x="2260562" y="3211506"/>
                  </a:cubicBezTo>
                  <a:cubicBezTo>
                    <a:pt x="2316442" y="3428676"/>
                    <a:pt x="2420582" y="3827456"/>
                    <a:pt x="2463762" y="3937945"/>
                  </a:cubicBezTo>
                  <a:cubicBezTo>
                    <a:pt x="2476462" y="3973506"/>
                    <a:pt x="2492972" y="3984935"/>
                    <a:pt x="2496782" y="4005256"/>
                  </a:cubicBezTo>
                  <a:cubicBezTo>
                    <a:pt x="2499322" y="4020495"/>
                    <a:pt x="2496782" y="4035735"/>
                    <a:pt x="2491702" y="4047165"/>
                  </a:cubicBezTo>
                  <a:cubicBezTo>
                    <a:pt x="2487892" y="4056056"/>
                    <a:pt x="2482812" y="4063676"/>
                    <a:pt x="2473922" y="4068756"/>
                  </a:cubicBezTo>
                  <a:cubicBezTo>
                    <a:pt x="2461222" y="4076376"/>
                    <a:pt x="2433282" y="4082726"/>
                    <a:pt x="2418042" y="4076376"/>
                  </a:cubicBezTo>
                  <a:cubicBezTo>
                    <a:pt x="2402802" y="4071295"/>
                    <a:pt x="2379942" y="4057326"/>
                    <a:pt x="2379942" y="4035735"/>
                  </a:cubicBezTo>
                  <a:cubicBezTo>
                    <a:pt x="2385022" y="3937945"/>
                    <a:pt x="3196552" y="3249606"/>
                    <a:pt x="3229572" y="3261035"/>
                  </a:cubicBezTo>
                  <a:cubicBezTo>
                    <a:pt x="3233382" y="3262306"/>
                    <a:pt x="3232112" y="3269926"/>
                    <a:pt x="3230842" y="3275006"/>
                  </a:cubicBezTo>
                  <a:cubicBezTo>
                    <a:pt x="3230842" y="3285165"/>
                    <a:pt x="3225762" y="3304215"/>
                    <a:pt x="3216872" y="3313106"/>
                  </a:cubicBezTo>
                  <a:cubicBezTo>
                    <a:pt x="3209252" y="3323265"/>
                    <a:pt x="3194012" y="3330885"/>
                    <a:pt x="3181312" y="3332156"/>
                  </a:cubicBezTo>
                  <a:cubicBezTo>
                    <a:pt x="3168612" y="3334695"/>
                    <a:pt x="3152102" y="3330885"/>
                    <a:pt x="3141942" y="3323265"/>
                  </a:cubicBezTo>
                  <a:cubicBezTo>
                    <a:pt x="3131782" y="3316915"/>
                    <a:pt x="3125432" y="3288976"/>
                    <a:pt x="3119082" y="3290245"/>
                  </a:cubicBezTo>
                  <a:cubicBezTo>
                    <a:pt x="3092412" y="3296595"/>
                    <a:pt x="3100032" y="3611556"/>
                    <a:pt x="3053042" y="3752526"/>
                  </a:cubicBezTo>
                  <a:cubicBezTo>
                    <a:pt x="3007322" y="3887145"/>
                    <a:pt x="2913342" y="3967156"/>
                    <a:pt x="2847302" y="4119556"/>
                  </a:cubicBezTo>
                  <a:cubicBezTo>
                    <a:pt x="2752052" y="4343076"/>
                    <a:pt x="2652992" y="4851076"/>
                    <a:pt x="2585682" y="4988235"/>
                  </a:cubicBezTo>
                  <a:cubicBezTo>
                    <a:pt x="2561552" y="5035226"/>
                    <a:pt x="2545042" y="5061896"/>
                    <a:pt x="2520912" y="5075865"/>
                  </a:cubicBezTo>
                  <a:cubicBezTo>
                    <a:pt x="2504402" y="5084756"/>
                    <a:pt x="2479002" y="5082215"/>
                    <a:pt x="2465032" y="5078406"/>
                  </a:cubicBezTo>
                  <a:cubicBezTo>
                    <a:pt x="2454872" y="5074596"/>
                    <a:pt x="2448522" y="5068246"/>
                    <a:pt x="2442172" y="5060626"/>
                  </a:cubicBezTo>
                  <a:cubicBezTo>
                    <a:pt x="2435822" y="5050465"/>
                    <a:pt x="2432012" y="5041576"/>
                    <a:pt x="2429472" y="5018715"/>
                  </a:cubicBezTo>
                  <a:cubicBezTo>
                    <a:pt x="2419312" y="4918385"/>
                    <a:pt x="2454872" y="4481506"/>
                    <a:pt x="2499322" y="4184326"/>
                  </a:cubicBezTo>
                  <a:cubicBezTo>
                    <a:pt x="2551392" y="3837615"/>
                    <a:pt x="2677122" y="3146736"/>
                    <a:pt x="2743162" y="3067996"/>
                  </a:cubicBezTo>
                  <a:cubicBezTo>
                    <a:pt x="2754592" y="3054026"/>
                    <a:pt x="2768562" y="3062916"/>
                    <a:pt x="2777452" y="3055296"/>
                  </a:cubicBezTo>
                  <a:cubicBezTo>
                    <a:pt x="2787612" y="3046406"/>
                    <a:pt x="2790152" y="3026085"/>
                    <a:pt x="2800312" y="3018466"/>
                  </a:cubicBezTo>
                  <a:cubicBezTo>
                    <a:pt x="2810472" y="3010846"/>
                    <a:pt x="2828252" y="3005766"/>
                    <a:pt x="2840952" y="3007035"/>
                  </a:cubicBezTo>
                  <a:cubicBezTo>
                    <a:pt x="2853652" y="3008306"/>
                    <a:pt x="2870162" y="3015926"/>
                    <a:pt x="2879052" y="3024816"/>
                  </a:cubicBezTo>
                  <a:cubicBezTo>
                    <a:pt x="2887942" y="3034976"/>
                    <a:pt x="2893022" y="3041326"/>
                    <a:pt x="2895562" y="3064185"/>
                  </a:cubicBezTo>
                  <a:cubicBezTo>
                    <a:pt x="2910802" y="3177216"/>
                    <a:pt x="2792692" y="3829996"/>
                    <a:pt x="2744432" y="4122096"/>
                  </a:cubicBezTo>
                  <a:cubicBezTo>
                    <a:pt x="2711412" y="4329106"/>
                    <a:pt x="2680932" y="4496746"/>
                    <a:pt x="2647912" y="4652956"/>
                  </a:cubicBezTo>
                  <a:cubicBezTo>
                    <a:pt x="2621242" y="4778685"/>
                    <a:pt x="2609812" y="4919656"/>
                    <a:pt x="2567902" y="4988235"/>
                  </a:cubicBezTo>
                  <a:cubicBezTo>
                    <a:pt x="2542502" y="5028876"/>
                    <a:pt x="2501862" y="5059356"/>
                    <a:pt x="2476462" y="5065706"/>
                  </a:cubicBezTo>
                  <a:cubicBezTo>
                    <a:pt x="2461222" y="5069515"/>
                    <a:pt x="2445982" y="5063165"/>
                    <a:pt x="2434552" y="5055546"/>
                  </a:cubicBezTo>
                  <a:cubicBezTo>
                    <a:pt x="2424392" y="5047926"/>
                    <a:pt x="2416772" y="5041576"/>
                    <a:pt x="2410422" y="5021256"/>
                  </a:cubicBezTo>
                  <a:cubicBezTo>
                    <a:pt x="2383752" y="4947596"/>
                    <a:pt x="2363432" y="4515796"/>
                    <a:pt x="2376132" y="4449756"/>
                  </a:cubicBezTo>
                  <a:cubicBezTo>
                    <a:pt x="2379942" y="4434515"/>
                    <a:pt x="2382482" y="4430706"/>
                    <a:pt x="2388832" y="4424356"/>
                  </a:cubicBezTo>
                  <a:cubicBezTo>
                    <a:pt x="2397722" y="4415465"/>
                    <a:pt x="2414232" y="4405306"/>
                    <a:pt x="2425662" y="4402765"/>
                  </a:cubicBezTo>
                  <a:cubicBezTo>
                    <a:pt x="2435822" y="4401496"/>
                    <a:pt x="2444712" y="4401496"/>
                    <a:pt x="2453602" y="4405306"/>
                  </a:cubicBezTo>
                  <a:cubicBezTo>
                    <a:pt x="2465032" y="4410385"/>
                    <a:pt x="2479002" y="4416735"/>
                    <a:pt x="2486622" y="4431976"/>
                  </a:cubicBezTo>
                  <a:cubicBezTo>
                    <a:pt x="2503132" y="4467535"/>
                    <a:pt x="2503132" y="4605965"/>
                    <a:pt x="2486622" y="4641526"/>
                  </a:cubicBezTo>
                  <a:cubicBezTo>
                    <a:pt x="2479002" y="4658035"/>
                    <a:pt x="2466302" y="4665656"/>
                    <a:pt x="2453602" y="4670735"/>
                  </a:cubicBezTo>
                  <a:cubicBezTo>
                    <a:pt x="2440902" y="4674546"/>
                    <a:pt x="2421852" y="4674546"/>
                    <a:pt x="2409152" y="4669465"/>
                  </a:cubicBezTo>
                  <a:cubicBezTo>
                    <a:pt x="2396452" y="4664385"/>
                    <a:pt x="2383752" y="4650415"/>
                    <a:pt x="2377402" y="4640256"/>
                  </a:cubicBezTo>
                  <a:cubicBezTo>
                    <a:pt x="2372322" y="4631365"/>
                    <a:pt x="2372322" y="4627556"/>
                    <a:pt x="2371052" y="4611046"/>
                  </a:cubicBezTo>
                  <a:cubicBezTo>
                    <a:pt x="2364702" y="4538656"/>
                    <a:pt x="2390102" y="4195756"/>
                    <a:pt x="2407882" y="4009065"/>
                  </a:cubicBezTo>
                  <a:cubicBezTo>
                    <a:pt x="2423122" y="3845235"/>
                    <a:pt x="2439632" y="3606476"/>
                    <a:pt x="2467572" y="3548056"/>
                  </a:cubicBezTo>
                  <a:cubicBezTo>
                    <a:pt x="2475192" y="3531546"/>
                    <a:pt x="2482812" y="3526465"/>
                    <a:pt x="2492972" y="3521385"/>
                  </a:cubicBezTo>
                  <a:cubicBezTo>
                    <a:pt x="2503132" y="3516306"/>
                    <a:pt x="2518372" y="3513765"/>
                    <a:pt x="2529802" y="3516306"/>
                  </a:cubicBezTo>
                  <a:cubicBezTo>
                    <a:pt x="2541232" y="3517576"/>
                    <a:pt x="2553932" y="3525196"/>
                    <a:pt x="2562822" y="3534085"/>
                  </a:cubicBezTo>
                  <a:cubicBezTo>
                    <a:pt x="2570442" y="3542976"/>
                    <a:pt x="2576792" y="3555676"/>
                    <a:pt x="2576792" y="3567106"/>
                  </a:cubicBezTo>
                  <a:cubicBezTo>
                    <a:pt x="2578062" y="3579806"/>
                    <a:pt x="2576792" y="3593776"/>
                    <a:pt x="2569172" y="3603935"/>
                  </a:cubicBezTo>
                  <a:cubicBezTo>
                    <a:pt x="2560282" y="3615365"/>
                    <a:pt x="2537422" y="3630606"/>
                    <a:pt x="2522182" y="3630606"/>
                  </a:cubicBezTo>
                  <a:cubicBezTo>
                    <a:pt x="2505672" y="3631876"/>
                    <a:pt x="2482812" y="3619176"/>
                    <a:pt x="2472652" y="3607746"/>
                  </a:cubicBezTo>
                  <a:cubicBezTo>
                    <a:pt x="2465032" y="3597585"/>
                    <a:pt x="2461222" y="3584885"/>
                    <a:pt x="2462492" y="3572185"/>
                  </a:cubicBezTo>
                  <a:cubicBezTo>
                    <a:pt x="2463762" y="3556946"/>
                    <a:pt x="2476462" y="3534085"/>
                    <a:pt x="2487892" y="3525196"/>
                  </a:cubicBezTo>
                  <a:cubicBezTo>
                    <a:pt x="2498052" y="3517576"/>
                    <a:pt x="2512022" y="3515035"/>
                    <a:pt x="2523452" y="3515035"/>
                  </a:cubicBezTo>
                  <a:cubicBezTo>
                    <a:pt x="2534882" y="3516306"/>
                    <a:pt x="2548852" y="3520115"/>
                    <a:pt x="2557742" y="3529006"/>
                  </a:cubicBezTo>
                  <a:cubicBezTo>
                    <a:pt x="2567902" y="3540435"/>
                    <a:pt x="2574252" y="3554406"/>
                    <a:pt x="2576792" y="3579806"/>
                  </a:cubicBezTo>
                  <a:cubicBezTo>
                    <a:pt x="2585682" y="3653465"/>
                    <a:pt x="2538692" y="3871906"/>
                    <a:pt x="2524722" y="4017956"/>
                  </a:cubicBezTo>
                  <a:cubicBezTo>
                    <a:pt x="2509482" y="4162735"/>
                    <a:pt x="2494242" y="4341806"/>
                    <a:pt x="2491702" y="4451026"/>
                  </a:cubicBezTo>
                  <a:cubicBezTo>
                    <a:pt x="2489162" y="4518335"/>
                    <a:pt x="2503132" y="4575485"/>
                    <a:pt x="2494242" y="4613585"/>
                  </a:cubicBezTo>
                  <a:cubicBezTo>
                    <a:pt x="2489162" y="4635176"/>
                    <a:pt x="2480272" y="4654226"/>
                    <a:pt x="2466302" y="4663115"/>
                  </a:cubicBezTo>
                  <a:cubicBezTo>
                    <a:pt x="2456142" y="4672006"/>
                    <a:pt x="2437092" y="4675815"/>
                    <a:pt x="2424392" y="4673276"/>
                  </a:cubicBezTo>
                  <a:cubicBezTo>
                    <a:pt x="2410422" y="4672006"/>
                    <a:pt x="2393912" y="4663115"/>
                    <a:pt x="2385022" y="4652956"/>
                  </a:cubicBezTo>
                  <a:cubicBezTo>
                    <a:pt x="2376132" y="4641526"/>
                    <a:pt x="2373592" y="4630096"/>
                    <a:pt x="2371052" y="4611046"/>
                  </a:cubicBezTo>
                  <a:cubicBezTo>
                    <a:pt x="2364702" y="4575485"/>
                    <a:pt x="2368512" y="4480235"/>
                    <a:pt x="2376132" y="4449756"/>
                  </a:cubicBezTo>
                  <a:cubicBezTo>
                    <a:pt x="2379942" y="4437056"/>
                    <a:pt x="2382482" y="4430706"/>
                    <a:pt x="2388832" y="4424356"/>
                  </a:cubicBezTo>
                  <a:cubicBezTo>
                    <a:pt x="2397722" y="4415465"/>
                    <a:pt x="2414232" y="4405306"/>
                    <a:pt x="2425662" y="4402765"/>
                  </a:cubicBezTo>
                  <a:cubicBezTo>
                    <a:pt x="2435822" y="4401496"/>
                    <a:pt x="2444712" y="4401496"/>
                    <a:pt x="2453602" y="4405306"/>
                  </a:cubicBezTo>
                  <a:cubicBezTo>
                    <a:pt x="2467572" y="4411656"/>
                    <a:pt x="2481542" y="4421815"/>
                    <a:pt x="2491702" y="4445946"/>
                  </a:cubicBezTo>
                  <a:cubicBezTo>
                    <a:pt x="2525992" y="4523415"/>
                    <a:pt x="2539962" y="4952676"/>
                    <a:pt x="2525992" y="5018715"/>
                  </a:cubicBezTo>
                  <a:cubicBezTo>
                    <a:pt x="2523452" y="5033956"/>
                    <a:pt x="2519642" y="5037765"/>
                    <a:pt x="2513292" y="5045385"/>
                  </a:cubicBezTo>
                  <a:cubicBezTo>
                    <a:pt x="2506942" y="5051735"/>
                    <a:pt x="2499322" y="5058085"/>
                    <a:pt x="2490432" y="5061896"/>
                  </a:cubicBezTo>
                  <a:cubicBezTo>
                    <a:pt x="2479002" y="5065706"/>
                    <a:pt x="2459952" y="5066976"/>
                    <a:pt x="2447252" y="5061896"/>
                  </a:cubicBezTo>
                  <a:cubicBezTo>
                    <a:pt x="2435822" y="5058085"/>
                    <a:pt x="2421852" y="5046656"/>
                    <a:pt x="2415502" y="5035226"/>
                  </a:cubicBezTo>
                  <a:cubicBezTo>
                    <a:pt x="2409152" y="5022526"/>
                    <a:pt x="2404072" y="5006015"/>
                    <a:pt x="2409152" y="4992046"/>
                  </a:cubicBezTo>
                  <a:cubicBezTo>
                    <a:pt x="2416772" y="4975535"/>
                    <a:pt x="2449792" y="4974265"/>
                    <a:pt x="2465032" y="4947596"/>
                  </a:cubicBezTo>
                  <a:cubicBezTo>
                    <a:pt x="2499322" y="4892985"/>
                    <a:pt x="2510752" y="4750746"/>
                    <a:pt x="2534882" y="4632635"/>
                  </a:cubicBezTo>
                  <a:cubicBezTo>
                    <a:pt x="2565362" y="4478965"/>
                    <a:pt x="2598382" y="4311326"/>
                    <a:pt x="2631402" y="4105585"/>
                  </a:cubicBezTo>
                  <a:cubicBezTo>
                    <a:pt x="2677122" y="3816026"/>
                    <a:pt x="2738082" y="3163246"/>
                    <a:pt x="2777452" y="3055296"/>
                  </a:cubicBezTo>
                  <a:cubicBezTo>
                    <a:pt x="2785072" y="3032435"/>
                    <a:pt x="2790152" y="3026085"/>
                    <a:pt x="2800312" y="3018466"/>
                  </a:cubicBezTo>
                  <a:cubicBezTo>
                    <a:pt x="2810472" y="3010846"/>
                    <a:pt x="2828252" y="3005766"/>
                    <a:pt x="2840952" y="3007035"/>
                  </a:cubicBezTo>
                  <a:cubicBezTo>
                    <a:pt x="2853652" y="3008306"/>
                    <a:pt x="2870162" y="3015926"/>
                    <a:pt x="2879052" y="3024816"/>
                  </a:cubicBezTo>
                  <a:cubicBezTo>
                    <a:pt x="2887942" y="3034976"/>
                    <a:pt x="2894292" y="3054026"/>
                    <a:pt x="2895562" y="3064185"/>
                  </a:cubicBezTo>
                  <a:cubicBezTo>
                    <a:pt x="2896832" y="3070535"/>
                    <a:pt x="2898102" y="3073076"/>
                    <a:pt x="2894292" y="3078156"/>
                  </a:cubicBezTo>
                  <a:cubicBezTo>
                    <a:pt x="2887942" y="3089585"/>
                    <a:pt x="2856192" y="3089585"/>
                    <a:pt x="2837142" y="3117526"/>
                  </a:cubicBezTo>
                  <a:cubicBezTo>
                    <a:pt x="2760942" y="3230556"/>
                    <a:pt x="2663152" y="3855396"/>
                    <a:pt x="2616162" y="4194485"/>
                  </a:cubicBezTo>
                  <a:cubicBezTo>
                    <a:pt x="2572982" y="4491666"/>
                    <a:pt x="2594572" y="4942516"/>
                    <a:pt x="2548852" y="5041576"/>
                  </a:cubicBezTo>
                  <a:cubicBezTo>
                    <a:pt x="2536152" y="5066976"/>
                    <a:pt x="2523452" y="5075865"/>
                    <a:pt x="2508212" y="5080946"/>
                  </a:cubicBezTo>
                  <a:cubicBezTo>
                    <a:pt x="2491702" y="5086026"/>
                    <a:pt x="2466302" y="5079676"/>
                    <a:pt x="2452332" y="5070785"/>
                  </a:cubicBezTo>
                  <a:cubicBezTo>
                    <a:pt x="2440902" y="5063165"/>
                    <a:pt x="2433282" y="5045385"/>
                    <a:pt x="2430742" y="5033956"/>
                  </a:cubicBezTo>
                  <a:cubicBezTo>
                    <a:pt x="2428202" y="5023796"/>
                    <a:pt x="2428202" y="5014906"/>
                    <a:pt x="2433282" y="5004746"/>
                  </a:cubicBezTo>
                  <a:cubicBezTo>
                    <a:pt x="2438362" y="4988235"/>
                    <a:pt x="2458682" y="4981885"/>
                    <a:pt x="2475192" y="4950135"/>
                  </a:cubicBezTo>
                  <a:cubicBezTo>
                    <a:pt x="2534882" y="4834565"/>
                    <a:pt x="2617432" y="4337996"/>
                    <a:pt x="2743162" y="4057326"/>
                  </a:cubicBezTo>
                  <a:cubicBezTo>
                    <a:pt x="2868892" y="3775385"/>
                    <a:pt x="3211792" y="3254685"/>
                    <a:pt x="3229572" y="3261035"/>
                  </a:cubicBezTo>
                  <a:cubicBezTo>
                    <a:pt x="3233382" y="3263576"/>
                    <a:pt x="3227032" y="3301676"/>
                    <a:pt x="3216872" y="3313106"/>
                  </a:cubicBezTo>
                  <a:cubicBezTo>
                    <a:pt x="3209252" y="3323265"/>
                    <a:pt x="3194012" y="3330885"/>
                    <a:pt x="3181312" y="3332156"/>
                  </a:cubicBezTo>
                  <a:cubicBezTo>
                    <a:pt x="3168612" y="3334695"/>
                    <a:pt x="3152102" y="3330885"/>
                    <a:pt x="3141942" y="3323265"/>
                  </a:cubicBezTo>
                  <a:cubicBezTo>
                    <a:pt x="3131782" y="3316915"/>
                    <a:pt x="3131782" y="3291515"/>
                    <a:pt x="3119082" y="3290245"/>
                  </a:cubicBezTo>
                  <a:cubicBezTo>
                    <a:pt x="3051772" y="3287706"/>
                    <a:pt x="2551392" y="3898576"/>
                    <a:pt x="2496782" y="4005256"/>
                  </a:cubicBezTo>
                  <a:cubicBezTo>
                    <a:pt x="2484082" y="4030656"/>
                    <a:pt x="2491702" y="4047165"/>
                    <a:pt x="2484082" y="4059865"/>
                  </a:cubicBezTo>
                  <a:cubicBezTo>
                    <a:pt x="2477732" y="4067485"/>
                    <a:pt x="2470112" y="4072565"/>
                    <a:pt x="2461222" y="4076376"/>
                  </a:cubicBezTo>
                  <a:cubicBezTo>
                    <a:pt x="2448522" y="4080185"/>
                    <a:pt x="2430742" y="4081456"/>
                    <a:pt x="2418042" y="4076376"/>
                  </a:cubicBezTo>
                  <a:cubicBezTo>
                    <a:pt x="2405342" y="4072565"/>
                    <a:pt x="2395182" y="4062406"/>
                    <a:pt x="2386292" y="4048435"/>
                  </a:cubicBezTo>
                  <a:cubicBezTo>
                    <a:pt x="2372322" y="4029385"/>
                    <a:pt x="2365972" y="4009065"/>
                    <a:pt x="2352002" y="3968426"/>
                  </a:cubicBezTo>
                  <a:cubicBezTo>
                    <a:pt x="2310092" y="3846506"/>
                    <a:pt x="2204682" y="3457885"/>
                    <a:pt x="2148802" y="3238176"/>
                  </a:cubicBezTo>
                  <a:cubicBezTo>
                    <a:pt x="2103082" y="3059106"/>
                    <a:pt x="2030692" y="2807646"/>
                    <a:pt x="2035772" y="2746685"/>
                  </a:cubicBezTo>
                  <a:cubicBezTo>
                    <a:pt x="2037042" y="2731446"/>
                    <a:pt x="2039582" y="2727635"/>
                    <a:pt x="2045932" y="2720015"/>
                  </a:cubicBezTo>
                  <a:cubicBezTo>
                    <a:pt x="2053552" y="2709856"/>
                    <a:pt x="2068792" y="2699696"/>
                    <a:pt x="2080222" y="2695885"/>
                  </a:cubicBezTo>
                  <a:cubicBezTo>
                    <a:pt x="2090382" y="2693346"/>
                    <a:pt x="2099272" y="2693346"/>
                    <a:pt x="2109432" y="2697156"/>
                  </a:cubicBezTo>
                  <a:cubicBezTo>
                    <a:pt x="2120862" y="2699696"/>
                    <a:pt x="2136102" y="2709856"/>
                    <a:pt x="2142452" y="2721285"/>
                  </a:cubicBezTo>
                  <a:cubicBezTo>
                    <a:pt x="2150072" y="2731446"/>
                    <a:pt x="2155152" y="2744146"/>
                    <a:pt x="2152612" y="2761925"/>
                  </a:cubicBezTo>
                  <a:cubicBezTo>
                    <a:pt x="2148802" y="2791135"/>
                    <a:pt x="2106892" y="2824156"/>
                    <a:pt x="2089112" y="2878765"/>
                  </a:cubicBezTo>
                  <a:cubicBezTo>
                    <a:pt x="2054822" y="2986715"/>
                    <a:pt x="2034502" y="3225476"/>
                    <a:pt x="2024342" y="3382956"/>
                  </a:cubicBezTo>
                  <a:cubicBezTo>
                    <a:pt x="2015452" y="3521385"/>
                    <a:pt x="2037042" y="3722045"/>
                    <a:pt x="2024342" y="3774115"/>
                  </a:cubicBezTo>
                  <a:cubicBezTo>
                    <a:pt x="2020532" y="3786815"/>
                    <a:pt x="2016722" y="3791895"/>
                    <a:pt x="2010372" y="3798245"/>
                  </a:cubicBezTo>
                  <a:cubicBezTo>
                    <a:pt x="2001482" y="3805865"/>
                    <a:pt x="1984972" y="3814756"/>
                    <a:pt x="1972272" y="3816026"/>
                  </a:cubicBezTo>
                  <a:cubicBezTo>
                    <a:pt x="1959572" y="3817295"/>
                    <a:pt x="1943062" y="3812215"/>
                    <a:pt x="1931632" y="3804595"/>
                  </a:cubicBezTo>
                  <a:cubicBezTo>
                    <a:pt x="1921472" y="3796976"/>
                    <a:pt x="1915122" y="3786815"/>
                    <a:pt x="1910042" y="3769035"/>
                  </a:cubicBezTo>
                  <a:cubicBezTo>
                    <a:pt x="1899882" y="3736015"/>
                    <a:pt x="1910042" y="3668706"/>
                    <a:pt x="1912582" y="3609015"/>
                  </a:cubicBezTo>
                  <a:cubicBezTo>
                    <a:pt x="1915122" y="3535356"/>
                    <a:pt x="1906232" y="3423595"/>
                    <a:pt x="1927822" y="3360095"/>
                  </a:cubicBezTo>
                  <a:cubicBezTo>
                    <a:pt x="1944332" y="3313106"/>
                    <a:pt x="1963382" y="3291515"/>
                    <a:pt x="2004022" y="3249606"/>
                  </a:cubicBezTo>
                  <a:cubicBezTo>
                    <a:pt x="2084032" y="3163246"/>
                    <a:pt x="2293582" y="3034975"/>
                    <a:pt x="2425662" y="2916865"/>
                  </a:cubicBezTo>
                  <a:cubicBezTo>
                    <a:pt x="2555202" y="2801296"/>
                    <a:pt x="2738082" y="2587935"/>
                    <a:pt x="2791422" y="2552375"/>
                  </a:cubicBezTo>
                  <a:cubicBezTo>
                    <a:pt x="2804122" y="2543485"/>
                    <a:pt x="2807932" y="2542215"/>
                    <a:pt x="2818092" y="2540946"/>
                  </a:cubicBezTo>
                  <a:cubicBezTo>
                    <a:pt x="2830792" y="2539675"/>
                    <a:pt x="2848572" y="2540946"/>
                    <a:pt x="2860002" y="2549835"/>
                  </a:cubicBezTo>
                  <a:cubicBezTo>
                    <a:pt x="2872702" y="2558725"/>
                    <a:pt x="2886672" y="2581585"/>
                    <a:pt x="2886672" y="2598096"/>
                  </a:cubicBezTo>
                  <a:cubicBezTo>
                    <a:pt x="2887942" y="2614606"/>
                    <a:pt x="2876512" y="2640006"/>
                    <a:pt x="2862542" y="2647625"/>
                  </a:cubicBezTo>
                  <a:cubicBezTo>
                    <a:pt x="2846032" y="2656515"/>
                    <a:pt x="2815552" y="2629846"/>
                    <a:pt x="2787612" y="2637465"/>
                  </a:cubicBezTo>
                  <a:cubicBezTo>
                    <a:pt x="2745702" y="2648896"/>
                    <a:pt x="2688552" y="2700965"/>
                    <a:pt x="2640292" y="2750496"/>
                  </a:cubicBezTo>
                  <a:cubicBezTo>
                    <a:pt x="2579332" y="2812725"/>
                    <a:pt x="2454872" y="2948615"/>
                    <a:pt x="2462492" y="2996875"/>
                  </a:cubicBezTo>
                  <a:cubicBezTo>
                    <a:pt x="2467572" y="3021005"/>
                    <a:pt x="2496782" y="3036246"/>
                    <a:pt x="2528532" y="3043865"/>
                  </a:cubicBezTo>
                  <a:cubicBezTo>
                    <a:pt x="2589492" y="3057835"/>
                    <a:pt x="2769832" y="3014655"/>
                    <a:pt x="2826982" y="2998146"/>
                  </a:cubicBezTo>
                  <a:cubicBezTo>
                    <a:pt x="2849842" y="2990525"/>
                    <a:pt x="2860002" y="2976555"/>
                    <a:pt x="2875242" y="2976555"/>
                  </a:cubicBezTo>
                  <a:cubicBezTo>
                    <a:pt x="2887942" y="2975285"/>
                    <a:pt x="2903182" y="2982905"/>
                    <a:pt x="2912072" y="2993065"/>
                  </a:cubicBezTo>
                  <a:cubicBezTo>
                    <a:pt x="2922232" y="3003225"/>
                    <a:pt x="2928582" y="3029896"/>
                    <a:pt x="2928582" y="3042596"/>
                  </a:cubicBezTo>
                  <a:cubicBezTo>
                    <a:pt x="2927312" y="3052755"/>
                    <a:pt x="2924772" y="3057835"/>
                    <a:pt x="2917152" y="3067996"/>
                  </a:cubicBezTo>
                  <a:cubicBezTo>
                    <a:pt x="2899372" y="3092125"/>
                    <a:pt x="2844762" y="3121335"/>
                    <a:pt x="2800312" y="3168325"/>
                  </a:cubicBezTo>
                  <a:cubicBezTo>
                    <a:pt x="2725382" y="3245795"/>
                    <a:pt x="2623782" y="3382956"/>
                    <a:pt x="2529802" y="3515035"/>
                  </a:cubicBezTo>
                  <a:cubicBezTo>
                    <a:pt x="2414232" y="3678865"/>
                    <a:pt x="2199602" y="3925245"/>
                    <a:pt x="2166582" y="4077645"/>
                  </a:cubicBezTo>
                  <a:cubicBezTo>
                    <a:pt x="2146262" y="4170356"/>
                    <a:pt x="2221192" y="4279575"/>
                    <a:pt x="2202142" y="4317675"/>
                  </a:cubicBezTo>
                  <a:cubicBezTo>
                    <a:pt x="2193252" y="4335456"/>
                    <a:pt x="2171662" y="4343075"/>
                    <a:pt x="2156422" y="4344345"/>
                  </a:cubicBezTo>
                  <a:cubicBezTo>
                    <a:pt x="2141182" y="4344345"/>
                    <a:pt x="2118322" y="4331645"/>
                    <a:pt x="2108162" y="4321485"/>
                  </a:cubicBezTo>
                  <a:cubicBezTo>
                    <a:pt x="2100542" y="4313865"/>
                    <a:pt x="2098002" y="4306245"/>
                    <a:pt x="2096732" y="4296085"/>
                  </a:cubicBezTo>
                  <a:cubicBezTo>
                    <a:pt x="2095462" y="4284656"/>
                    <a:pt x="2095462" y="4271956"/>
                    <a:pt x="2105622" y="4256715"/>
                  </a:cubicBezTo>
                  <a:cubicBezTo>
                    <a:pt x="2127212" y="4219885"/>
                    <a:pt x="2223732" y="4180515"/>
                    <a:pt x="2282152" y="4114475"/>
                  </a:cubicBezTo>
                  <a:cubicBezTo>
                    <a:pt x="2367242" y="4020495"/>
                    <a:pt x="2463762" y="3865556"/>
                    <a:pt x="2533612" y="3718235"/>
                  </a:cubicBezTo>
                  <a:cubicBezTo>
                    <a:pt x="2609812" y="3555675"/>
                    <a:pt x="2731732" y="3297865"/>
                    <a:pt x="2712682" y="3175945"/>
                  </a:cubicBezTo>
                  <a:cubicBezTo>
                    <a:pt x="2699982" y="3107365"/>
                    <a:pt x="2597112" y="3057835"/>
                    <a:pt x="2598382" y="3026085"/>
                  </a:cubicBezTo>
                  <a:cubicBezTo>
                    <a:pt x="2599652" y="3012115"/>
                    <a:pt x="2613622" y="3001955"/>
                    <a:pt x="2626322" y="2995605"/>
                  </a:cubicBezTo>
                  <a:cubicBezTo>
                    <a:pt x="2640292" y="2990525"/>
                    <a:pt x="2665692" y="2990525"/>
                    <a:pt x="2679662" y="2996875"/>
                  </a:cubicBezTo>
                  <a:cubicBezTo>
                    <a:pt x="2691092" y="3001955"/>
                    <a:pt x="2701252" y="3015925"/>
                    <a:pt x="2706332" y="3027355"/>
                  </a:cubicBezTo>
                  <a:cubicBezTo>
                    <a:pt x="2710142" y="3040055"/>
                    <a:pt x="2711412" y="3050215"/>
                    <a:pt x="2706332" y="3067995"/>
                  </a:cubicBezTo>
                  <a:cubicBezTo>
                    <a:pt x="2689822" y="3116255"/>
                    <a:pt x="2584412" y="3206425"/>
                    <a:pt x="2529802" y="3306756"/>
                  </a:cubicBezTo>
                  <a:cubicBezTo>
                    <a:pt x="2451062" y="3445185"/>
                    <a:pt x="2343112" y="3662356"/>
                    <a:pt x="2315172" y="3841425"/>
                  </a:cubicBezTo>
                  <a:cubicBezTo>
                    <a:pt x="2288502" y="4010335"/>
                    <a:pt x="2381212" y="4284656"/>
                    <a:pt x="2352002" y="4353235"/>
                  </a:cubicBezTo>
                  <a:cubicBezTo>
                    <a:pt x="2341842" y="4374825"/>
                    <a:pt x="2324062" y="4382445"/>
                    <a:pt x="2308822" y="4386256"/>
                  </a:cubicBezTo>
                  <a:cubicBezTo>
                    <a:pt x="2296122" y="4388795"/>
                    <a:pt x="2279612" y="4383715"/>
                    <a:pt x="2268182" y="4378635"/>
                  </a:cubicBezTo>
                  <a:cubicBezTo>
                    <a:pt x="2260562" y="4373556"/>
                    <a:pt x="2252942" y="4368475"/>
                    <a:pt x="2249132" y="4358315"/>
                  </a:cubicBezTo>
                  <a:cubicBezTo>
                    <a:pt x="2242782" y="4345615"/>
                    <a:pt x="2236432" y="4322756"/>
                    <a:pt x="2245322" y="4304975"/>
                  </a:cubicBezTo>
                  <a:cubicBezTo>
                    <a:pt x="2261832" y="4274495"/>
                    <a:pt x="2343112" y="4264335"/>
                    <a:pt x="2385022" y="4216075"/>
                  </a:cubicBezTo>
                  <a:cubicBezTo>
                    <a:pt x="2447252" y="4143685"/>
                    <a:pt x="2491702" y="4003985"/>
                    <a:pt x="2538692" y="3874445"/>
                  </a:cubicBezTo>
                  <a:cubicBezTo>
                    <a:pt x="2595842" y="3709345"/>
                    <a:pt x="2702522" y="3417245"/>
                    <a:pt x="2687282" y="3302945"/>
                  </a:cubicBezTo>
                  <a:cubicBezTo>
                    <a:pt x="2679662" y="3249606"/>
                    <a:pt x="2621242" y="3217856"/>
                    <a:pt x="2623782" y="3192455"/>
                  </a:cubicBezTo>
                  <a:cubicBezTo>
                    <a:pt x="2625052" y="3178485"/>
                    <a:pt x="2639022" y="3168325"/>
                    <a:pt x="2650452" y="3161975"/>
                  </a:cubicBezTo>
                  <a:cubicBezTo>
                    <a:pt x="2661882" y="3156895"/>
                    <a:pt x="2678392" y="3154355"/>
                    <a:pt x="2691092" y="3156895"/>
                  </a:cubicBezTo>
                  <a:cubicBezTo>
                    <a:pt x="2702522" y="3160705"/>
                    <a:pt x="2716492" y="3169595"/>
                    <a:pt x="2724112" y="3179755"/>
                  </a:cubicBezTo>
                  <a:cubicBezTo>
                    <a:pt x="2731732" y="3191185"/>
                    <a:pt x="2736812" y="3202615"/>
                    <a:pt x="2734272" y="3219125"/>
                  </a:cubicBezTo>
                  <a:cubicBezTo>
                    <a:pt x="2729192" y="3261035"/>
                    <a:pt x="2664422" y="3338506"/>
                    <a:pt x="2627592" y="3418515"/>
                  </a:cubicBezTo>
                  <a:cubicBezTo>
                    <a:pt x="2575522" y="3531545"/>
                    <a:pt x="2513292" y="3676325"/>
                    <a:pt x="2466302" y="3842695"/>
                  </a:cubicBezTo>
                  <a:cubicBezTo>
                    <a:pt x="2404072" y="4066215"/>
                    <a:pt x="2360892" y="4562785"/>
                    <a:pt x="2313902" y="4645335"/>
                  </a:cubicBezTo>
                  <a:cubicBezTo>
                    <a:pt x="2303742" y="4663115"/>
                    <a:pt x="2294852" y="4668195"/>
                    <a:pt x="2283422" y="4673275"/>
                  </a:cubicBezTo>
                  <a:cubicBezTo>
                    <a:pt x="2270722" y="4677085"/>
                    <a:pt x="2254212" y="4678356"/>
                    <a:pt x="2241512" y="4673275"/>
                  </a:cubicBezTo>
                  <a:cubicBezTo>
                    <a:pt x="2227542" y="4666925"/>
                    <a:pt x="2209762" y="4646606"/>
                    <a:pt x="2204682" y="4632635"/>
                  </a:cubicBezTo>
                  <a:cubicBezTo>
                    <a:pt x="2200872" y="4619935"/>
                    <a:pt x="2199602" y="4600885"/>
                    <a:pt x="2209762" y="4590725"/>
                  </a:cubicBezTo>
                  <a:cubicBezTo>
                    <a:pt x="2228812" y="4571675"/>
                    <a:pt x="2312632" y="4602156"/>
                    <a:pt x="2359622" y="4567865"/>
                  </a:cubicBezTo>
                  <a:cubicBezTo>
                    <a:pt x="2445982" y="4503095"/>
                    <a:pt x="2519642" y="4282115"/>
                    <a:pt x="2589492" y="4096695"/>
                  </a:cubicBezTo>
                  <a:cubicBezTo>
                    <a:pt x="2682202" y="3854125"/>
                    <a:pt x="2809202" y="3437565"/>
                    <a:pt x="2835872" y="3222935"/>
                  </a:cubicBezTo>
                  <a:cubicBezTo>
                    <a:pt x="2849842" y="3102285"/>
                    <a:pt x="2816822" y="2976555"/>
                    <a:pt x="2826982" y="2933375"/>
                  </a:cubicBezTo>
                  <a:cubicBezTo>
                    <a:pt x="2829522" y="2919405"/>
                    <a:pt x="2833332" y="2915595"/>
                    <a:pt x="2839682" y="2907975"/>
                  </a:cubicBezTo>
                  <a:cubicBezTo>
                    <a:pt x="2844762" y="2901625"/>
                    <a:pt x="2852382" y="2895275"/>
                    <a:pt x="2861272" y="2892735"/>
                  </a:cubicBezTo>
                  <a:cubicBezTo>
                    <a:pt x="2872702" y="2888925"/>
                    <a:pt x="2890482" y="2887655"/>
                    <a:pt x="2901912" y="2891465"/>
                  </a:cubicBezTo>
                  <a:cubicBezTo>
                    <a:pt x="2914612" y="2895275"/>
                    <a:pt x="2927312" y="2907975"/>
                    <a:pt x="2933662" y="2918135"/>
                  </a:cubicBezTo>
                  <a:cubicBezTo>
                    <a:pt x="2938742" y="2925755"/>
                    <a:pt x="2940012" y="2930835"/>
                    <a:pt x="2940012" y="2944805"/>
                  </a:cubicBezTo>
                  <a:cubicBezTo>
                    <a:pt x="2940012" y="2994335"/>
                    <a:pt x="2873972" y="3158165"/>
                    <a:pt x="2837142" y="3295325"/>
                  </a:cubicBezTo>
                  <a:cubicBezTo>
                    <a:pt x="2786342" y="3484556"/>
                    <a:pt x="2669502" y="3826185"/>
                    <a:pt x="2674582" y="3979856"/>
                  </a:cubicBezTo>
                  <a:cubicBezTo>
                    <a:pt x="2677122" y="4058595"/>
                    <a:pt x="2739352" y="4124635"/>
                    <a:pt x="2730462" y="4157656"/>
                  </a:cubicBezTo>
                  <a:cubicBezTo>
                    <a:pt x="2726652" y="4172895"/>
                    <a:pt x="2712682" y="4180515"/>
                    <a:pt x="2699982" y="4184325"/>
                  </a:cubicBezTo>
                  <a:cubicBezTo>
                    <a:pt x="2688552" y="4189406"/>
                    <a:pt x="2672042" y="4189406"/>
                    <a:pt x="2660612" y="4185595"/>
                  </a:cubicBezTo>
                  <a:cubicBezTo>
                    <a:pt x="2647912" y="4181785"/>
                    <a:pt x="2635212" y="4170356"/>
                    <a:pt x="2628862" y="4158925"/>
                  </a:cubicBezTo>
                  <a:cubicBezTo>
                    <a:pt x="2622512" y="4147495"/>
                    <a:pt x="2619972" y="4137335"/>
                    <a:pt x="2623782" y="4119556"/>
                  </a:cubicBezTo>
                  <a:cubicBezTo>
                    <a:pt x="2632672" y="4072565"/>
                    <a:pt x="2721572" y="3983665"/>
                    <a:pt x="2760942" y="3885875"/>
                  </a:cubicBezTo>
                  <a:cubicBezTo>
                    <a:pt x="2815552" y="3747445"/>
                    <a:pt x="2861272" y="3509956"/>
                    <a:pt x="2884132" y="3349935"/>
                  </a:cubicBezTo>
                  <a:cubicBezTo>
                    <a:pt x="2901912" y="3221665"/>
                    <a:pt x="2882862" y="3052755"/>
                    <a:pt x="2901912" y="2999415"/>
                  </a:cubicBezTo>
                  <a:cubicBezTo>
                    <a:pt x="2908262" y="2981635"/>
                    <a:pt x="2914612" y="2974015"/>
                    <a:pt x="2926042" y="2966395"/>
                  </a:cubicBezTo>
                  <a:cubicBezTo>
                    <a:pt x="2936202" y="2960045"/>
                    <a:pt x="2953982" y="2957505"/>
                    <a:pt x="2965412" y="2958775"/>
                  </a:cubicBezTo>
                  <a:cubicBezTo>
                    <a:pt x="2974302" y="2958775"/>
                    <a:pt x="2983192" y="2962585"/>
                    <a:pt x="2990812" y="2968935"/>
                  </a:cubicBezTo>
                  <a:cubicBezTo>
                    <a:pt x="2999702" y="2976555"/>
                    <a:pt x="3009862" y="2991795"/>
                    <a:pt x="3012402" y="3001955"/>
                  </a:cubicBezTo>
                  <a:cubicBezTo>
                    <a:pt x="3014942" y="3012115"/>
                    <a:pt x="3014942" y="3017195"/>
                    <a:pt x="3012402" y="3029895"/>
                  </a:cubicBezTo>
                  <a:cubicBezTo>
                    <a:pt x="3004782" y="3061645"/>
                    <a:pt x="2957792" y="3118795"/>
                    <a:pt x="2932392" y="3183565"/>
                  </a:cubicBezTo>
                  <a:cubicBezTo>
                    <a:pt x="2893022" y="3283895"/>
                    <a:pt x="2854922" y="3424865"/>
                    <a:pt x="2823172" y="3578535"/>
                  </a:cubicBezTo>
                  <a:cubicBezTo>
                    <a:pt x="2781262" y="3785545"/>
                    <a:pt x="2740622" y="4080185"/>
                    <a:pt x="2724112" y="4317675"/>
                  </a:cubicBezTo>
                  <a:cubicBezTo>
                    <a:pt x="2708872" y="4536115"/>
                    <a:pt x="2748242" y="4872665"/>
                    <a:pt x="2721572" y="4948865"/>
                  </a:cubicBezTo>
                  <a:cubicBezTo>
                    <a:pt x="2713952" y="4967915"/>
                    <a:pt x="2706332" y="4972995"/>
                    <a:pt x="2696172" y="4979345"/>
                  </a:cubicBezTo>
                  <a:cubicBezTo>
                    <a:pt x="2684742" y="4985695"/>
                    <a:pt x="2668232" y="4988235"/>
                    <a:pt x="2655532" y="4985695"/>
                  </a:cubicBezTo>
                  <a:cubicBezTo>
                    <a:pt x="2642832" y="4983156"/>
                    <a:pt x="2628862" y="4975535"/>
                    <a:pt x="2621242" y="4964106"/>
                  </a:cubicBezTo>
                  <a:cubicBezTo>
                    <a:pt x="2612352" y="4951406"/>
                    <a:pt x="2607272" y="4932356"/>
                    <a:pt x="2612352" y="4912035"/>
                  </a:cubicBezTo>
                  <a:cubicBezTo>
                    <a:pt x="2623782" y="4873935"/>
                    <a:pt x="2698712" y="4832026"/>
                    <a:pt x="2734272" y="4769795"/>
                  </a:cubicBezTo>
                  <a:cubicBezTo>
                    <a:pt x="2785072" y="4680895"/>
                    <a:pt x="2818092" y="4551356"/>
                    <a:pt x="2856192" y="4409115"/>
                  </a:cubicBezTo>
                  <a:cubicBezTo>
                    <a:pt x="2906992" y="4214806"/>
                    <a:pt x="2960332" y="3936676"/>
                    <a:pt x="2990812" y="3704265"/>
                  </a:cubicBezTo>
                  <a:cubicBezTo>
                    <a:pt x="3020022" y="3482015"/>
                    <a:pt x="3007322" y="3122605"/>
                    <a:pt x="3036532" y="3043865"/>
                  </a:cubicBezTo>
                  <a:cubicBezTo>
                    <a:pt x="3044152" y="3024815"/>
                    <a:pt x="3051772" y="3018465"/>
                    <a:pt x="3061932" y="3012115"/>
                  </a:cubicBezTo>
                  <a:cubicBezTo>
                    <a:pt x="3073362" y="3005765"/>
                    <a:pt x="3089872" y="3001955"/>
                    <a:pt x="3102572" y="3004496"/>
                  </a:cubicBezTo>
                  <a:cubicBezTo>
                    <a:pt x="3115272" y="3007035"/>
                    <a:pt x="3129242" y="3015925"/>
                    <a:pt x="3136862" y="3026085"/>
                  </a:cubicBezTo>
                  <a:cubicBezTo>
                    <a:pt x="3145752" y="3036246"/>
                    <a:pt x="3150832" y="3046405"/>
                    <a:pt x="3149562" y="3065455"/>
                  </a:cubicBezTo>
                  <a:cubicBezTo>
                    <a:pt x="3147022" y="3109905"/>
                    <a:pt x="3087332" y="3200075"/>
                    <a:pt x="3051772" y="3295326"/>
                  </a:cubicBezTo>
                  <a:cubicBezTo>
                    <a:pt x="2997162" y="3445185"/>
                    <a:pt x="2929852" y="3667435"/>
                    <a:pt x="2867622" y="3883335"/>
                  </a:cubicBezTo>
                  <a:cubicBezTo>
                    <a:pt x="2791422" y="4143685"/>
                    <a:pt x="2677122" y="4655495"/>
                    <a:pt x="2633942" y="4753285"/>
                  </a:cubicBezTo>
                  <a:cubicBezTo>
                    <a:pt x="2625052" y="4774876"/>
                    <a:pt x="2622512" y="4782495"/>
                    <a:pt x="2611082" y="4790115"/>
                  </a:cubicBezTo>
                  <a:cubicBezTo>
                    <a:pt x="2597112" y="4799006"/>
                    <a:pt x="2570442" y="4802815"/>
                    <a:pt x="2555202" y="4799006"/>
                  </a:cubicBezTo>
                  <a:cubicBezTo>
                    <a:pt x="2541232" y="4795195"/>
                    <a:pt x="2528532" y="4782495"/>
                    <a:pt x="2520912" y="4772335"/>
                  </a:cubicBezTo>
                  <a:cubicBezTo>
                    <a:pt x="2515832" y="4763445"/>
                    <a:pt x="2515832" y="4759635"/>
                    <a:pt x="2513292" y="4744395"/>
                  </a:cubicBezTo>
                  <a:cubicBezTo>
                    <a:pt x="2498052" y="4652956"/>
                    <a:pt x="2492972" y="3979856"/>
                    <a:pt x="2468842" y="3816026"/>
                  </a:cubicBezTo>
                  <a:cubicBezTo>
                    <a:pt x="2459952" y="3755065"/>
                    <a:pt x="2434552" y="3720776"/>
                    <a:pt x="2438362" y="3694106"/>
                  </a:cubicBezTo>
                  <a:cubicBezTo>
                    <a:pt x="2440902" y="3677595"/>
                    <a:pt x="2451062" y="3667435"/>
                    <a:pt x="2461222" y="3659815"/>
                  </a:cubicBezTo>
                  <a:cubicBezTo>
                    <a:pt x="2471382" y="3652195"/>
                    <a:pt x="2487892" y="3647115"/>
                    <a:pt x="2499322" y="3648385"/>
                  </a:cubicBezTo>
                  <a:cubicBezTo>
                    <a:pt x="2512022" y="3649656"/>
                    <a:pt x="2528532" y="3658545"/>
                    <a:pt x="2536152" y="3667435"/>
                  </a:cubicBezTo>
                  <a:cubicBezTo>
                    <a:pt x="2543772" y="3673785"/>
                    <a:pt x="2546312" y="3676326"/>
                    <a:pt x="2550122" y="3690295"/>
                  </a:cubicBezTo>
                  <a:cubicBezTo>
                    <a:pt x="2569172" y="3762685"/>
                    <a:pt x="2545042" y="4205915"/>
                    <a:pt x="2567902" y="4386256"/>
                  </a:cubicBezTo>
                  <a:cubicBezTo>
                    <a:pt x="2583142" y="4505635"/>
                    <a:pt x="2647912" y="4631365"/>
                    <a:pt x="2635212" y="4677085"/>
                  </a:cubicBezTo>
                  <a:cubicBezTo>
                    <a:pt x="2630132" y="4693595"/>
                    <a:pt x="2617432" y="4699945"/>
                    <a:pt x="2606002" y="4705026"/>
                  </a:cubicBezTo>
                  <a:cubicBezTo>
                    <a:pt x="2594572" y="4711376"/>
                    <a:pt x="2578062" y="4711376"/>
                    <a:pt x="2565362" y="4707565"/>
                  </a:cubicBezTo>
                  <a:cubicBezTo>
                    <a:pt x="2553932" y="4703756"/>
                    <a:pt x="2539962" y="4692326"/>
                    <a:pt x="2533612" y="4683435"/>
                  </a:cubicBezTo>
                  <a:cubicBezTo>
                    <a:pt x="2528532" y="4674545"/>
                    <a:pt x="2525992" y="4669465"/>
                    <a:pt x="2525992" y="4656765"/>
                  </a:cubicBezTo>
                  <a:cubicBezTo>
                    <a:pt x="2524722" y="4625015"/>
                    <a:pt x="2556472" y="4552626"/>
                    <a:pt x="2571712" y="4484045"/>
                  </a:cubicBezTo>
                  <a:cubicBezTo>
                    <a:pt x="2594572" y="4383715"/>
                    <a:pt x="2618702" y="4255445"/>
                    <a:pt x="2639022" y="4113206"/>
                  </a:cubicBezTo>
                  <a:cubicBezTo>
                    <a:pt x="2668232" y="3921435"/>
                    <a:pt x="2708872" y="3650925"/>
                    <a:pt x="2720302" y="3437565"/>
                  </a:cubicBezTo>
                  <a:cubicBezTo>
                    <a:pt x="2730462" y="3245795"/>
                    <a:pt x="2693632" y="2965125"/>
                    <a:pt x="2711412" y="2890196"/>
                  </a:cubicBezTo>
                  <a:cubicBezTo>
                    <a:pt x="2716492" y="2868605"/>
                    <a:pt x="2720302" y="2860985"/>
                    <a:pt x="2731732" y="2852096"/>
                  </a:cubicBezTo>
                  <a:cubicBezTo>
                    <a:pt x="2744432" y="2841935"/>
                    <a:pt x="2769832" y="2835585"/>
                    <a:pt x="2786342" y="2838125"/>
                  </a:cubicBezTo>
                  <a:cubicBezTo>
                    <a:pt x="2800312" y="2840665"/>
                    <a:pt x="2814282" y="2852096"/>
                    <a:pt x="2821902" y="2862255"/>
                  </a:cubicBezTo>
                  <a:cubicBezTo>
                    <a:pt x="2829522" y="2873685"/>
                    <a:pt x="2830792" y="2883846"/>
                    <a:pt x="2832062" y="2904165"/>
                  </a:cubicBezTo>
                  <a:cubicBezTo>
                    <a:pt x="2834602" y="2965125"/>
                    <a:pt x="2795232" y="3132765"/>
                    <a:pt x="2781262" y="3267385"/>
                  </a:cubicBezTo>
                  <a:cubicBezTo>
                    <a:pt x="2763482" y="3432485"/>
                    <a:pt x="2740622" y="3671245"/>
                    <a:pt x="2740622" y="3826185"/>
                  </a:cubicBezTo>
                  <a:cubicBezTo>
                    <a:pt x="2740622" y="3937945"/>
                    <a:pt x="2773642" y="4064945"/>
                    <a:pt x="2760942" y="4113206"/>
                  </a:cubicBezTo>
                  <a:cubicBezTo>
                    <a:pt x="2755862" y="4132256"/>
                    <a:pt x="2748242" y="4141145"/>
                    <a:pt x="2738082" y="4148765"/>
                  </a:cubicBezTo>
                  <a:cubicBezTo>
                    <a:pt x="2727922" y="4156385"/>
                    <a:pt x="2710142" y="4160195"/>
                    <a:pt x="2698712" y="4160195"/>
                  </a:cubicBezTo>
                  <a:cubicBezTo>
                    <a:pt x="2688552" y="4158926"/>
                    <a:pt x="2679662" y="4156385"/>
                    <a:pt x="2672042" y="4150035"/>
                  </a:cubicBezTo>
                  <a:cubicBezTo>
                    <a:pt x="2661882" y="4143685"/>
                    <a:pt x="2652992" y="4134795"/>
                    <a:pt x="2646642" y="4117015"/>
                  </a:cubicBezTo>
                  <a:cubicBezTo>
                    <a:pt x="2635212" y="4078915"/>
                    <a:pt x="2655532" y="3987476"/>
                    <a:pt x="2656802" y="3908735"/>
                  </a:cubicBezTo>
                  <a:cubicBezTo>
                    <a:pt x="2656802" y="3804595"/>
                    <a:pt x="2656802" y="3633145"/>
                    <a:pt x="2645372" y="3544245"/>
                  </a:cubicBezTo>
                  <a:cubicBezTo>
                    <a:pt x="2639022" y="3490906"/>
                    <a:pt x="2613622" y="3446456"/>
                    <a:pt x="2618702" y="3418515"/>
                  </a:cubicBezTo>
                  <a:cubicBezTo>
                    <a:pt x="2621242" y="3402006"/>
                    <a:pt x="2627592" y="3390576"/>
                    <a:pt x="2639022" y="3382956"/>
                  </a:cubicBezTo>
                  <a:cubicBezTo>
                    <a:pt x="2651722" y="3374065"/>
                    <a:pt x="2677122" y="3368985"/>
                    <a:pt x="2691092" y="3372795"/>
                  </a:cubicBezTo>
                  <a:cubicBezTo>
                    <a:pt x="2703792" y="3376606"/>
                    <a:pt x="2716492" y="3386765"/>
                    <a:pt x="2724112" y="3398195"/>
                  </a:cubicBezTo>
                  <a:cubicBezTo>
                    <a:pt x="2730462" y="3408356"/>
                    <a:pt x="2733002" y="3421056"/>
                    <a:pt x="2731732" y="3437565"/>
                  </a:cubicBezTo>
                  <a:cubicBezTo>
                    <a:pt x="2727922" y="3474395"/>
                    <a:pt x="2687282" y="3516306"/>
                    <a:pt x="2664422" y="3597585"/>
                  </a:cubicBezTo>
                  <a:cubicBezTo>
                    <a:pt x="2598382" y="3831265"/>
                    <a:pt x="2465032" y="4650415"/>
                    <a:pt x="2442172" y="4993315"/>
                  </a:cubicBezTo>
                  <a:cubicBezTo>
                    <a:pt x="2430742" y="5190165"/>
                    <a:pt x="2477732" y="5388285"/>
                    <a:pt x="2457412" y="5460676"/>
                  </a:cubicBezTo>
                  <a:cubicBezTo>
                    <a:pt x="2449792" y="5486076"/>
                    <a:pt x="2442172" y="5498776"/>
                    <a:pt x="2428202" y="5506395"/>
                  </a:cubicBezTo>
                  <a:cubicBezTo>
                    <a:pt x="2412962" y="5514015"/>
                    <a:pt x="2387562" y="5512745"/>
                    <a:pt x="2373592" y="5507665"/>
                  </a:cubicBezTo>
                  <a:cubicBezTo>
                    <a:pt x="2360892" y="5501315"/>
                    <a:pt x="2350732" y="5487345"/>
                    <a:pt x="2345652" y="5477185"/>
                  </a:cubicBezTo>
                  <a:cubicBezTo>
                    <a:pt x="2341842" y="5468295"/>
                    <a:pt x="2341842" y="5463215"/>
                    <a:pt x="2341842" y="5449245"/>
                  </a:cubicBezTo>
                  <a:cubicBezTo>
                    <a:pt x="2343112" y="5392095"/>
                    <a:pt x="2392642" y="5199056"/>
                    <a:pt x="2415502" y="5031415"/>
                  </a:cubicBezTo>
                  <a:cubicBezTo>
                    <a:pt x="2451062" y="4781225"/>
                    <a:pt x="2495512" y="4429435"/>
                    <a:pt x="2512022" y="4094156"/>
                  </a:cubicBezTo>
                  <a:cubicBezTo>
                    <a:pt x="2529802" y="3706806"/>
                    <a:pt x="2528532" y="3014655"/>
                    <a:pt x="2503132" y="2839395"/>
                  </a:cubicBezTo>
                  <a:cubicBezTo>
                    <a:pt x="2496782" y="2792405"/>
                    <a:pt x="2479002" y="2772085"/>
                    <a:pt x="2479002" y="2750495"/>
                  </a:cubicBezTo>
                  <a:cubicBezTo>
                    <a:pt x="2479002" y="2739065"/>
                    <a:pt x="2480272" y="2732715"/>
                    <a:pt x="2485352" y="2723825"/>
                  </a:cubicBezTo>
                  <a:cubicBezTo>
                    <a:pt x="2491702" y="2713665"/>
                    <a:pt x="2504402" y="2702235"/>
                    <a:pt x="2515832" y="2697155"/>
                  </a:cubicBezTo>
                  <a:cubicBezTo>
                    <a:pt x="2527262" y="2693345"/>
                    <a:pt x="2545042" y="2693345"/>
                    <a:pt x="2556472" y="2697155"/>
                  </a:cubicBezTo>
                  <a:cubicBezTo>
                    <a:pt x="2565362" y="2699695"/>
                    <a:pt x="2572982" y="2706045"/>
                    <a:pt x="2578062" y="2713665"/>
                  </a:cubicBezTo>
                  <a:cubicBezTo>
                    <a:pt x="2585682" y="2722555"/>
                    <a:pt x="2589492" y="2731445"/>
                    <a:pt x="2593302" y="2750495"/>
                  </a:cubicBezTo>
                  <a:cubicBezTo>
                    <a:pt x="2600922" y="2803835"/>
                    <a:pt x="2579332" y="2935915"/>
                    <a:pt x="2575522" y="3061645"/>
                  </a:cubicBezTo>
                  <a:cubicBezTo>
                    <a:pt x="2569172" y="3253415"/>
                    <a:pt x="2565362" y="3572185"/>
                    <a:pt x="2571712" y="3788085"/>
                  </a:cubicBezTo>
                  <a:cubicBezTo>
                    <a:pt x="2578062" y="3960806"/>
                    <a:pt x="2619972" y="4188135"/>
                    <a:pt x="2604732" y="4255445"/>
                  </a:cubicBezTo>
                  <a:cubicBezTo>
                    <a:pt x="2600922" y="4274495"/>
                    <a:pt x="2593302" y="4282115"/>
                    <a:pt x="2584412" y="4289735"/>
                  </a:cubicBezTo>
                  <a:cubicBezTo>
                    <a:pt x="2578062" y="4296085"/>
                    <a:pt x="2569172" y="4301165"/>
                    <a:pt x="2560282" y="4302435"/>
                  </a:cubicBezTo>
                  <a:cubicBezTo>
                    <a:pt x="2548852" y="4303706"/>
                    <a:pt x="2531072" y="4302435"/>
                    <a:pt x="2519642" y="4296085"/>
                  </a:cubicBezTo>
                  <a:cubicBezTo>
                    <a:pt x="2509482" y="4289735"/>
                    <a:pt x="2499322" y="4283385"/>
                    <a:pt x="2494242" y="4264335"/>
                  </a:cubicBezTo>
                  <a:cubicBezTo>
                    <a:pt x="2476462" y="4198295"/>
                    <a:pt x="2567902" y="3917625"/>
                    <a:pt x="2581872" y="3760145"/>
                  </a:cubicBezTo>
                  <a:cubicBezTo>
                    <a:pt x="2594572" y="3621715"/>
                    <a:pt x="2566632" y="3428675"/>
                    <a:pt x="2584412" y="3368985"/>
                  </a:cubicBezTo>
                  <a:cubicBezTo>
                    <a:pt x="2589492" y="3349935"/>
                    <a:pt x="2595842" y="3341045"/>
                    <a:pt x="2607272" y="3333425"/>
                  </a:cubicBezTo>
                  <a:cubicBezTo>
                    <a:pt x="2617432" y="3325806"/>
                    <a:pt x="2635212" y="3320725"/>
                    <a:pt x="2647912" y="3321995"/>
                  </a:cubicBezTo>
                  <a:cubicBezTo>
                    <a:pt x="2660612" y="3323265"/>
                    <a:pt x="2677122" y="3330885"/>
                    <a:pt x="2686012" y="3341045"/>
                  </a:cubicBezTo>
                  <a:cubicBezTo>
                    <a:pt x="2694902" y="3349935"/>
                    <a:pt x="2699982" y="3360095"/>
                    <a:pt x="2701252" y="3380415"/>
                  </a:cubicBezTo>
                  <a:cubicBezTo>
                    <a:pt x="2706332" y="3447725"/>
                    <a:pt x="2623782" y="3667435"/>
                    <a:pt x="2592032" y="3832535"/>
                  </a:cubicBezTo>
                  <a:cubicBezTo>
                    <a:pt x="2552662" y="4029385"/>
                    <a:pt x="2506942" y="4289735"/>
                    <a:pt x="2494242" y="4480235"/>
                  </a:cubicBezTo>
                  <a:cubicBezTo>
                    <a:pt x="2484082" y="4631365"/>
                    <a:pt x="2519642" y="4821865"/>
                    <a:pt x="2500592" y="4886635"/>
                  </a:cubicBezTo>
                  <a:cubicBezTo>
                    <a:pt x="2492972" y="4910765"/>
                    <a:pt x="2482812" y="4923465"/>
                    <a:pt x="2468842" y="4931085"/>
                  </a:cubicBezTo>
                  <a:cubicBezTo>
                    <a:pt x="2458682" y="4937435"/>
                    <a:pt x="2440902" y="4938705"/>
                    <a:pt x="2429472" y="4934895"/>
                  </a:cubicBezTo>
                  <a:cubicBezTo>
                    <a:pt x="2416772" y="4932355"/>
                    <a:pt x="2402802" y="4922195"/>
                    <a:pt x="2396452" y="4912035"/>
                  </a:cubicBezTo>
                  <a:cubicBezTo>
                    <a:pt x="2388832" y="4901875"/>
                    <a:pt x="2385022" y="4890445"/>
                    <a:pt x="2386292" y="4872665"/>
                  </a:cubicBezTo>
                  <a:cubicBezTo>
                    <a:pt x="2390102" y="4829485"/>
                    <a:pt x="2456142" y="4749475"/>
                    <a:pt x="2480272" y="4663115"/>
                  </a:cubicBezTo>
                  <a:cubicBezTo>
                    <a:pt x="2517102" y="4537385"/>
                    <a:pt x="2528532" y="4357045"/>
                    <a:pt x="2543772" y="4179245"/>
                  </a:cubicBezTo>
                  <a:cubicBezTo>
                    <a:pt x="2561552" y="3960806"/>
                    <a:pt x="2545042" y="3535356"/>
                    <a:pt x="2572982" y="3448995"/>
                  </a:cubicBezTo>
                  <a:cubicBezTo>
                    <a:pt x="2580602" y="3428675"/>
                    <a:pt x="2586952" y="3422325"/>
                    <a:pt x="2597112" y="3414706"/>
                  </a:cubicBezTo>
                  <a:cubicBezTo>
                    <a:pt x="2608542" y="3407085"/>
                    <a:pt x="2625052" y="3402006"/>
                    <a:pt x="2637752" y="3404545"/>
                  </a:cubicBezTo>
                  <a:cubicBezTo>
                    <a:pt x="2654262" y="3407085"/>
                    <a:pt x="2675852" y="3422325"/>
                    <a:pt x="2684742" y="3435025"/>
                  </a:cubicBezTo>
                  <a:cubicBezTo>
                    <a:pt x="2691092" y="3447725"/>
                    <a:pt x="2692362" y="3461695"/>
                    <a:pt x="2689822" y="3478206"/>
                  </a:cubicBezTo>
                  <a:cubicBezTo>
                    <a:pt x="2684742" y="3502335"/>
                    <a:pt x="2655532" y="3527735"/>
                    <a:pt x="2640292" y="3565835"/>
                  </a:cubicBezTo>
                  <a:cubicBezTo>
                    <a:pt x="2614892" y="3633145"/>
                    <a:pt x="2595842" y="3738556"/>
                    <a:pt x="2570442" y="3851585"/>
                  </a:cubicBezTo>
                  <a:cubicBezTo>
                    <a:pt x="2533612" y="4019225"/>
                    <a:pt x="2459952" y="4294815"/>
                    <a:pt x="2447252" y="4477695"/>
                  </a:cubicBezTo>
                  <a:cubicBezTo>
                    <a:pt x="2435822" y="4618665"/>
                    <a:pt x="2477732" y="4804085"/>
                    <a:pt x="2465032" y="4854885"/>
                  </a:cubicBezTo>
                  <a:cubicBezTo>
                    <a:pt x="2462492" y="4867585"/>
                    <a:pt x="2458682" y="4871395"/>
                    <a:pt x="2451062" y="4877745"/>
                  </a:cubicBezTo>
                  <a:cubicBezTo>
                    <a:pt x="2443442" y="4886635"/>
                    <a:pt x="2425662" y="4894256"/>
                    <a:pt x="2414232" y="4895525"/>
                  </a:cubicBezTo>
                  <a:cubicBezTo>
                    <a:pt x="2405342" y="4896795"/>
                    <a:pt x="2396452" y="4895525"/>
                    <a:pt x="2387562" y="4890445"/>
                  </a:cubicBezTo>
                  <a:cubicBezTo>
                    <a:pt x="2377402" y="4885365"/>
                    <a:pt x="2363432" y="4873935"/>
                    <a:pt x="2358352" y="4862506"/>
                  </a:cubicBezTo>
                  <a:cubicBezTo>
                    <a:pt x="2353272" y="4851075"/>
                    <a:pt x="2352002" y="4839645"/>
                    <a:pt x="2355812" y="4821865"/>
                  </a:cubicBezTo>
                  <a:cubicBezTo>
                    <a:pt x="2363432" y="4781225"/>
                    <a:pt x="2415502" y="4711375"/>
                    <a:pt x="2444712" y="4635175"/>
                  </a:cubicBezTo>
                  <a:cubicBezTo>
                    <a:pt x="2487892" y="4523415"/>
                    <a:pt x="2537422" y="4368475"/>
                    <a:pt x="2574252" y="4205915"/>
                  </a:cubicBezTo>
                  <a:cubicBezTo>
                    <a:pt x="2619972" y="4002715"/>
                    <a:pt x="2677122" y="3667435"/>
                    <a:pt x="2683472" y="3507415"/>
                  </a:cubicBezTo>
                  <a:cubicBezTo>
                    <a:pt x="2687282" y="3423595"/>
                    <a:pt x="2659342" y="3351206"/>
                    <a:pt x="2668232" y="3314375"/>
                  </a:cubicBezTo>
                  <a:cubicBezTo>
                    <a:pt x="2673312" y="3296595"/>
                    <a:pt x="2680932" y="3287706"/>
                    <a:pt x="2691092" y="3280085"/>
                  </a:cubicBezTo>
                  <a:cubicBezTo>
                    <a:pt x="2702522" y="3272465"/>
                    <a:pt x="2719032" y="3268656"/>
                    <a:pt x="2731732" y="3269925"/>
                  </a:cubicBezTo>
                  <a:cubicBezTo>
                    <a:pt x="2744432" y="3271195"/>
                    <a:pt x="2759672" y="3278815"/>
                    <a:pt x="2768562" y="3288975"/>
                  </a:cubicBezTo>
                  <a:cubicBezTo>
                    <a:pt x="2777452" y="3297865"/>
                    <a:pt x="2782532" y="3308025"/>
                    <a:pt x="2783802" y="3327075"/>
                  </a:cubicBezTo>
                  <a:cubicBezTo>
                    <a:pt x="2785072" y="3376606"/>
                    <a:pt x="2733002" y="3492175"/>
                    <a:pt x="2705062" y="3601395"/>
                  </a:cubicBezTo>
                  <a:cubicBezTo>
                    <a:pt x="2661882" y="3763956"/>
                    <a:pt x="2606002" y="3982395"/>
                    <a:pt x="2562822" y="4209725"/>
                  </a:cubicBezTo>
                  <a:cubicBezTo>
                    <a:pt x="2508212" y="4496745"/>
                    <a:pt x="2400262" y="5045385"/>
                    <a:pt x="2416772" y="5187625"/>
                  </a:cubicBezTo>
                  <a:cubicBezTo>
                    <a:pt x="2421852" y="5229535"/>
                    <a:pt x="2451062" y="5246045"/>
                    <a:pt x="2448522" y="5266365"/>
                  </a:cubicBezTo>
                  <a:cubicBezTo>
                    <a:pt x="2447252" y="5280335"/>
                    <a:pt x="2435822" y="5293035"/>
                    <a:pt x="2425662" y="5299385"/>
                  </a:cubicBezTo>
                  <a:cubicBezTo>
                    <a:pt x="2415502" y="5307006"/>
                    <a:pt x="2398992" y="5310815"/>
                    <a:pt x="2386292" y="5309545"/>
                  </a:cubicBezTo>
                  <a:cubicBezTo>
                    <a:pt x="2373592" y="5307006"/>
                    <a:pt x="2358352" y="5300656"/>
                    <a:pt x="2350732" y="5290495"/>
                  </a:cubicBezTo>
                  <a:cubicBezTo>
                    <a:pt x="2340572" y="5277795"/>
                    <a:pt x="2336762" y="5262556"/>
                    <a:pt x="2338032" y="5238425"/>
                  </a:cubicBezTo>
                  <a:cubicBezTo>
                    <a:pt x="2341842" y="5180006"/>
                    <a:pt x="2407882" y="5060625"/>
                    <a:pt x="2443442" y="4941245"/>
                  </a:cubicBezTo>
                  <a:cubicBezTo>
                    <a:pt x="2496782" y="4765985"/>
                    <a:pt x="2552662" y="4541195"/>
                    <a:pt x="2613622" y="4284656"/>
                  </a:cubicBezTo>
                  <a:cubicBezTo>
                    <a:pt x="2697442" y="3923975"/>
                    <a:pt x="2834602" y="3379145"/>
                    <a:pt x="2893022" y="2977825"/>
                  </a:cubicBezTo>
                  <a:cubicBezTo>
                    <a:pt x="2941282" y="2641275"/>
                    <a:pt x="2934932" y="2125655"/>
                    <a:pt x="2965412" y="2043105"/>
                  </a:cubicBezTo>
                  <a:cubicBezTo>
                    <a:pt x="2970492" y="2029135"/>
                    <a:pt x="2973032" y="2026595"/>
                    <a:pt x="2980652" y="2020245"/>
                  </a:cubicBezTo>
                  <a:cubicBezTo>
                    <a:pt x="2989542" y="2013895"/>
                    <a:pt x="3006052" y="2005005"/>
                    <a:pt x="3018752" y="2006275"/>
                  </a:cubicBezTo>
                  <a:cubicBezTo>
                    <a:pt x="3033992" y="2007545"/>
                    <a:pt x="3056852" y="2018975"/>
                    <a:pt x="3065742" y="2031675"/>
                  </a:cubicBezTo>
                  <a:cubicBezTo>
                    <a:pt x="3074632" y="2044375"/>
                    <a:pt x="3075902" y="2062155"/>
                    <a:pt x="3070822" y="2085015"/>
                  </a:cubicBezTo>
                  <a:cubicBezTo>
                    <a:pt x="3061932" y="2133275"/>
                    <a:pt x="3004782" y="2187885"/>
                    <a:pt x="2955252" y="2295835"/>
                  </a:cubicBezTo>
                  <a:cubicBezTo>
                    <a:pt x="2810472" y="2608255"/>
                    <a:pt x="2418042" y="3647115"/>
                    <a:pt x="2236432" y="4183056"/>
                  </a:cubicBezTo>
                  <a:cubicBezTo>
                    <a:pt x="2104352" y="4572945"/>
                    <a:pt x="2007832" y="5110156"/>
                    <a:pt x="1930362" y="5202865"/>
                  </a:cubicBezTo>
                  <a:cubicBezTo>
                    <a:pt x="1912582" y="5224456"/>
                    <a:pt x="1897342" y="5228265"/>
                    <a:pt x="1880832" y="5226996"/>
                  </a:cubicBezTo>
                  <a:cubicBezTo>
                    <a:pt x="1864322" y="5226996"/>
                    <a:pt x="1841462" y="5213026"/>
                    <a:pt x="1831302" y="5200326"/>
                  </a:cubicBezTo>
                  <a:cubicBezTo>
                    <a:pt x="1823682" y="5190165"/>
                    <a:pt x="1821142" y="5172385"/>
                    <a:pt x="1822412" y="5159685"/>
                  </a:cubicBezTo>
                  <a:cubicBezTo>
                    <a:pt x="1823682" y="5149526"/>
                    <a:pt x="1826222" y="5140635"/>
                    <a:pt x="1832572" y="5133015"/>
                  </a:cubicBezTo>
                  <a:cubicBezTo>
                    <a:pt x="1842732" y="5122856"/>
                    <a:pt x="1865592" y="5130476"/>
                    <a:pt x="1885912" y="5115235"/>
                  </a:cubicBezTo>
                  <a:cubicBezTo>
                    <a:pt x="1937982" y="5074596"/>
                    <a:pt x="2023072" y="4932356"/>
                    <a:pt x="2103082" y="4807896"/>
                  </a:cubicBezTo>
                  <a:cubicBezTo>
                    <a:pt x="2222462" y="4625015"/>
                    <a:pt x="2387562" y="4367206"/>
                    <a:pt x="2512022" y="4115746"/>
                  </a:cubicBezTo>
                  <a:cubicBezTo>
                    <a:pt x="2651722" y="3833806"/>
                    <a:pt x="2834602" y="3393115"/>
                    <a:pt x="2887942" y="3192456"/>
                  </a:cubicBezTo>
                  <a:cubicBezTo>
                    <a:pt x="2912072" y="3101016"/>
                    <a:pt x="2896832" y="3019735"/>
                    <a:pt x="2915882" y="2984176"/>
                  </a:cubicBezTo>
                  <a:cubicBezTo>
                    <a:pt x="2923502" y="2968935"/>
                    <a:pt x="2936202" y="2962585"/>
                    <a:pt x="2946362" y="2957506"/>
                  </a:cubicBezTo>
                  <a:cubicBezTo>
                    <a:pt x="2955252" y="2953696"/>
                    <a:pt x="2964142" y="2952426"/>
                    <a:pt x="2974302" y="2954966"/>
                  </a:cubicBezTo>
                  <a:cubicBezTo>
                    <a:pt x="2985732" y="2956235"/>
                    <a:pt x="3002242" y="2963856"/>
                    <a:pt x="3009862" y="2974016"/>
                  </a:cubicBezTo>
                  <a:cubicBezTo>
                    <a:pt x="3018752" y="2984176"/>
                    <a:pt x="3023832" y="2993066"/>
                    <a:pt x="3023832" y="3012116"/>
                  </a:cubicBezTo>
                  <a:cubicBezTo>
                    <a:pt x="3026372" y="3071806"/>
                    <a:pt x="2956522" y="3228015"/>
                    <a:pt x="2915882" y="3374065"/>
                  </a:cubicBezTo>
                  <a:cubicBezTo>
                    <a:pt x="2854922" y="3589965"/>
                    <a:pt x="2772372" y="3882065"/>
                    <a:pt x="2703792" y="4188135"/>
                  </a:cubicBezTo>
                  <a:cubicBezTo>
                    <a:pt x="2617432" y="4575485"/>
                    <a:pt x="2506942" y="5397176"/>
                    <a:pt x="2452332" y="5515285"/>
                  </a:cubicBezTo>
                  <a:cubicBezTo>
                    <a:pt x="2443442" y="5535606"/>
                    <a:pt x="2438362" y="5540685"/>
                    <a:pt x="2428202" y="5547035"/>
                  </a:cubicBezTo>
                  <a:cubicBezTo>
                    <a:pt x="2416772" y="5553385"/>
                    <a:pt x="2398992" y="5554656"/>
                    <a:pt x="2387562" y="5553385"/>
                  </a:cubicBezTo>
                  <a:cubicBezTo>
                    <a:pt x="2378672" y="5552115"/>
                    <a:pt x="2369782" y="5549576"/>
                    <a:pt x="2363432" y="5541956"/>
                  </a:cubicBezTo>
                  <a:cubicBezTo>
                    <a:pt x="2353272" y="5531796"/>
                    <a:pt x="2344382" y="5516556"/>
                    <a:pt x="2341842" y="5493696"/>
                  </a:cubicBezTo>
                  <a:cubicBezTo>
                    <a:pt x="2334222" y="5444165"/>
                    <a:pt x="2364702" y="5348915"/>
                    <a:pt x="2374862" y="5251126"/>
                  </a:cubicBezTo>
                  <a:cubicBezTo>
                    <a:pt x="2390102" y="5101265"/>
                    <a:pt x="2405342" y="4892985"/>
                    <a:pt x="2414232" y="4683435"/>
                  </a:cubicBezTo>
                  <a:cubicBezTo>
                    <a:pt x="2425662" y="4426896"/>
                    <a:pt x="2439632" y="4050976"/>
                    <a:pt x="2428202" y="3824915"/>
                  </a:cubicBezTo>
                  <a:cubicBezTo>
                    <a:pt x="2420582" y="3675056"/>
                    <a:pt x="2371052" y="3503606"/>
                    <a:pt x="2382482" y="3455346"/>
                  </a:cubicBezTo>
                  <a:cubicBezTo>
                    <a:pt x="2386292" y="3441376"/>
                    <a:pt x="2390102" y="3437565"/>
                    <a:pt x="2397722" y="3431215"/>
                  </a:cubicBezTo>
                  <a:cubicBezTo>
                    <a:pt x="2407882" y="3423596"/>
                    <a:pt x="2424392" y="3415976"/>
                    <a:pt x="2437092" y="3415976"/>
                  </a:cubicBezTo>
                  <a:cubicBezTo>
                    <a:pt x="2449792" y="3415976"/>
                    <a:pt x="2466302" y="3423596"/>
                    <a:pt x="2476462" y="3429946"/>
                  </a:cubicBezTo>
                  <a:cubicBezTo>
                    <a:pt x="2484082" y="3436296"/>
                    <a:pt x="2489162" y="3443915"/>
                    <a:pt x="2492972" y="3452806"/>
                  </a:cubicBezTo>
                  <a:cubicBezTo>
                    <a:pt x="2496782" y="3464235"/>
                    <a:pt x="2498052" y="3478206"/>
                    <a:pt x="2492972" y="3494715"/>
                  </a:cubicBezTo>
                  <a:cubicBezTo>
                    <a:pt x="2484082" y="3522656"/>
                    <a:pt x="2443442" y="3555676"/>
                    <a:pt x="2420582" y="3598856"/>
                  </a:cubicBezTo>
                  <a:cubicBezTo>
                    <a:pt x="2387562" y="3661085"/>
                    <a:pt x="2363432" y="3749985"/>
                    <a:pt x="2332952" y="3841426"/>
                  </a:cubicBezTo>
                  <a:cubicBezTo>
                    <a:pt x="2293582" y="3959535"/>
                    <a:pt x="2231352" y="4115746"/>
                    <a:pt x="2205952" y="4249096"/>
                  </a:cubicBezTo>
                  <a:cubicBezTo>
                    <a:pt x="2181822" y="4374826"/>
                    <a:pt x="2198332" y="4562785"/>
                    <a:pt x="2176742" y="4618665"/>
                  </a:cubicBezTo>
                  <a:cubicBezTo>
                    <a:pt x="2169122" y="4636446"/>
                    <a:pt x="2161502" y="4644065"/>
                    <a:pt x="2150072" y="4651685"/>
                  </a:cubicBezTo>
                  <a:cubicBezTo>
                    <a:pt x="2138642" y="4658035"/>
                    <a:pt x="2122132" y="4660576"/>
                    <a:pt x="2109432" y="4658035"/>
                  </a:cubicBezTo>
                  <a:cubicBezTo>
                    <a:pt x="2096732" y="4655496"/>
                    <a:pt x="2081492" y="4646606"/>
                    <a:pt x="2073872" y="4636446"/>
                  </a:cubicBezTo>
                  <a:cubicBezTo>
                    <a:pt x="2064982" y="4626285"/>
                    <a:pt x="2059902" y="4613585"/>
                    <a:pt x="2061172" y="4595806"/>
                  </a:cubicBezTo>
                  <a:cubicBezTo>
                    <a:pt x="2062442" y="4565326"/>
                    <a:pt x="2096732" y="4524685"/>
                    <a:pt x="2117052" y="4470076"/>
                  </a:cubicBezTo>
                  <a:cubicBezTo>
                    <a:pt x="2152612" y="4378635"/>
                    <a:pt x="2194522" y="4237665"/>
                    <a:pt x="2238972" y="4090346"/>
                  </a:cubicBezTo>
                  <a:cubicBezTo>
                    <a:pt x="2301202" y="3884606"/>
                    <a:pt x="2393912" y="3579806"/>
                    <a:pt x="2447252" y="3353746"/>
                  </a:cubicBezTo>
                  <a:cubicBezTo>
                    <a:pt x="2492972" y="3161975"/>
                    <a:pt x="2504402" y="2888926"/>
                    <a:pt x="2547582" y="2819076"/>
                  </a:cubicBezTo>
                  <a:cubicBezTo>
                    <a:pt x="2561552" y="2796216"/>
                    <a:pt x="2576792" y="2788596"/>
                    <a:pt x="2592032" y="2784785"/>
                  </a:cubicBezTo>
                  <a:cubicBezTo>
                    <a:pt x="2606002" y="2780976"/>
                    <a:pt x="2623782" y="2787326"/>
                    <a:pt x="2635212" y="2792406"/>
                  </a:cubicBezTo>
                  <a:cubicBezTo>
                    <a:pt x="2644102" y="2797485"/>
                    <a:pt x="2650452" y="2803835"/>
                    <a:pt x="2655532" y="2813996"/>
                  </a:cubicBezTo>
                  <a:cubicBezTo>
                    <a:pt x="2660612" y="2826696"/>
                    <a:pt x="2663152" y="2844476"/>
                    <a:pt x="2658072" y="2869876"/>
                  </a:cubicBezTo>
                  <a:cubicBezTo>
                    <a:pt x="2644102" y="2932106"/>
                    <a:pt x="2561552" y="3046406"/>
                    <a:pt x="2503132" y="3177216"/>
                  </a:cubicBezTo>
                  <a:cubicBezTo>
                    <a:pt x="2405342" y="3395656"/>
                    <a:pt x="2214842" y="3981126"/>
                    <a:pt x="2151342" y="4070026"/>
                  </a:cubicBezTo>
                  <a:cubicBezTo>
                    <a:pt x="2138642" y="4089076"/>
                    <a:pt x="2132292" y="4094156"/>
                    <a:pt x="2118322" y="4097966"/>
                  </a:cubicBezTo>
                  <a:cubicBezTo>
                    <a:pt x="2103082" y="4103046"/>
                    <a:pt x="2076412" y="4099235"/>
                    <a:pt x="2062442" y="4090346"/>
                  </a:cubicBezTo>
                  <a:cubicBezTo>
                    <a:pt x="2049742" y="4082726"/>
                    <a:pt x="2042122" y="4066216"/>
                    <a:pt x="2038312" y="4054785"/>
                  </a:cubicBezTo>
                  <a:cubicBezTo>
                    <a:pt x="2034502" y="4044626"/>
                    <a:pt x="2033232" y="4033196"/>
                    <a:pt x="2038312" y="4025576"/>
                  </a:cubicBezTo>
                  <a:cubicBezTo>
                    <a:pt x="2047202" y="4011606"/>
                    <a:pt x="2091652" y="4012876"/>
                    <a:pt x="2105622" y="3991285"/>
                  </a:cubicBezTo>
                  <a:cubicBezTo>
                    <a:pt x="2125942" y="3959535"/>
                    <a:pt x="2103082" y="3892226"/>
                    <a:pt x="2111972" y="3828726"/>
                  </a:cubicBezTo>
                  <a:cubicBezTo>
                    <a:pt x="2123402" y="3736016"/>
                    <a:pt x="2170392" y="3597585"/>
                    <a:pt x="2190712" y="3488366"/>
                  </a:cubicBezTo>
                  <a:cubicBezTo>
                    <a:pt x="2208492" y="3390576"/>
                    <a:pt x="2199602" y="3254685"/>
                    <a:pt x="2227542" y="3206426"/>
                  </a:cubicBezTo>
                  <a:cubicBezTo>
                    <a:pt x="2240242" y="3184836"/>
                    <a:pt x="2261832" y="3174676"/>
                    <a:pt x="2277072" y="3170866"/>
                  </a:cubicBezTo>
                  <a:cubicBezTo>
                    <a:pt x="2288502" y="3167056"/>
                    <a:pt x="2298662" y="3169596"/>
                    <a:pt x="2308822" y="3173406"/>
                  </a:cubicBezTo>
                  <a:cubicBezTo>
                    <a:pt x="2320252" y="3178486"/>
                    <a:pt x="2335492" y="3186106"/>
                    <a:pt x="2344382" y="3203885"/>
                  </a:cubicBezTo>
                  <a:cubicBezTo>
                    <a:pt x="2362162" y="3240716"/>
                    <a:pt x="2362162" y="3367716"/>
                    <a:pt x="2353272" y="3409626"/>
                  </a:cubicBezTo>
                  <a:cubicBezTo>
                    <a:pt x="2349462" y="3428676"/>
                    <a:pt x="2344382" y="3440106"/>
                    <a:pt x="2332952" y="3450266"/>
                  </a:cubicBezTo>
                  <a:cubicBezTo>
                    <a:pt x="2322792" y="3460426"/>
                    <a:pt x="2305012" y="3466776"/>
                    <a:pt x="2291042" y="3468046"/>
                  </a:cubicBezTo>
                  <a:cubicBezTo>
                    <a:pt x="2280882" y="3469316"/>
                    <a:pt x="2270722" y="3466776"/>
                    <a:pt x="2260562" y="3461696"/>
                  </a:cubicBezTo>
                  <a:cubicBezTo>
                    <a:pt x="2249132" y="3455346"/>
                    <a:pt x="2236432" y="3447726"/>
                    <a:pt x="2230082" y="3428676"/>
                  </a:cubicBezTo>
                  <a:cubicBezTo>
                    <a:pt x="2211032" y="3379146"/>
                    <a:pt x="2226272" y="3153086"/>
                    <a:pt x="2242782" y="3109906"/>
                  </a:cubicBezTo>
                  <a:cubicBezTo>
                    <a:pt x="2247862" y="3097206"/>
                    <a:pt x="2252942" y="3093396"/>
                    <a:pt x="2260562" y="3087046"/>
                  </a:cubicBezTo>
                  <a:cubicBezTo>
                    <a:pt x="2270722" y="3080696"/>
                    <a:pt x="2288502" y="3073076"/>
                    <a:pt x="2301202" y="3075616"/>
                  </a:cubicBezTo>
                  <a:cubicBezTo>
                    <a:pt x="2317712" y="3076886"/>
                    <a:pt x="2340572" y="3090856"/>
                    <a:pt x="2349462" y="3104826"/>
                  </a:cubicBezTo>
                  <a:cubicBezTo>
                    <a:pt x="2357082" y="3118796"/>
                    <a:pt x="2357082" y="3134036"/>
                    <a:pt x="2352002" y="3159436"/>
                  </a:cubicBezTo>
                  <a:cubicBezTo>
                    <a:pt x="2338032" y="3228016"/>
                    <a:pt x="2227542" y="3399466"/>
                    <a:pt x="2180552" y="3513766"/>
                  </a:cubicBezTo>
                  <a:cubicBezTo>
                    <a:pt x="2138642" y="3614096"/>
                    <a:pt x="2115782" y="3756335"/>
                    <a:pt x="2080222" y="3805866"/>
                  </a:cubicBezTo>
                  <a:cubicBezTo>
                    <a:pt x="2066252" y="3827456"/>
                    <a:pt x="2052282" y="3838885"/>
                    <a:pt x="2034502" y="3842696"/>
                  </a:cubicBezTo>
                  <a:cubicBezTo>
                    <a:pt x="2017992" y="3846506"/>
                    <a:pt x="1991322" y="3836346"/>
                    <a:pt x="1978622" y="3826185"/>
                  </a:cubicBezTo>
                  <a:cubicBezTo>
                    <a:pt x="1968462" y="3816026"/>
                    <a:pt x="1968462" y="3795706"/>
                    <a:pt x="1959572" y="3785546"/>
                  </a:cubicBezTo>
                  <a:cubicBezTo>
                    <a:pt x="1951952" y="3775385"/>
                    <a:pt x="1936712" y="3776656"/>
                    <a:pt x="1927822" y="3761416"/>
                  </a:cubicBezTo>
                  <a:cubicBezTo>
                    <a:pt x="1908772" y="3727126"/>
                    <a:pt x="1907502" y="3628066"/>
                    <a:pt x="1906232" y="3542976"/>
                  </a:cubicBezTo>
                  <a:cubicBezTo>
                    <a:pt x="1903692" y="3424866"/>
                    <a:pt x="1906232" y="3178486"/>
                    <a:pt x="1931632" y="3118796"/>
                  </a:cubicBezTo>
                  <a:cubicBezTo>
                    <a:pt x="1940522" y="3099746"/>
                    <a:pt x="1950682" y="3093396"/>
                    <a:pt x="1962112" y="3087046"/>
                  </a:cubicBezTo>
                  <a:cubicBezTo>
                    <a:pt x="1971002" y="3081966"/>
                    <a:pt x="1979892" y="3079426"/>
                    <a:pt x="1990052" y="3080696"/>
                  </a:cubicBezTo>
                  <a:cubicBezTo>
                    <a:pt x="2005292" y="3081966"/>
                    <a:pt x="2026882" y="3090856"/>
                    <a:pt x="2039582" y="3107366"/>
                  </a:cubicBezTo>
                  <a:cubicBezTo>
                    <a:pt x="2062442" y="3139116"/>
                    <a:pt x="2054822" y="3221665"/>
                    <a:pt x="2075142" y="3276276"/>
                  </a:cubicBezTo>
                  <a:cubicBezTo>
                    <a:pt x="2095462" y="3332156"/>
                    <a:pt x="2164042" y="3402006"/>
                    <a:pt x="2164042" y="3437565"/>
                  </a:cubicBezTo>
                  <a:cubicBezTo>
                    <a:pt x="2162772" y="3456615"/>
                    <a:pt x="2151342" y="3469315"/>
                    <a:pt x="2139912" y="3478206"/>
                  </a:cubicBezTo>
                  <a:cubicBezTo>
                    <a:pt x="2128482" y="3487096"/>
                    <a:pt x="2109432" y="3492176"/>
                    <a:pt x="2095462" y="3492176"/>
                  </a:cubicBezTo>
                  <a:cubicBezTo>
                    <a:pt x="2081492" y="3490906"/>
                    <a:pt x="2063712" y="3483285"/>
                    <a:pt x="2053552" y="3473126"/>
                  </a:cubicBezTo>
                  <a:cubicBezTo>
                    <a:pt x="2043392" y="3462965"/>
                    <a:pt x="2034502" y="3448996"/>
                    <a:pt x="2034502" y="3429946"/>
                  </a:cubicBezTo>
                  <a:cubicBezTo>
                    <a:pt x="2031962" y="3398196"/>
                    <a:pt x="2071332" y="3335965"/>
                    <a:pt x="2077682" y="3291515"/>
                  </a:cubicBezTo>
                  <a:cubicBezTo>
                    <a:pt x="2085302" y="3250876"/>
                    <a:pt x="2070062" y="3203885"/>
                    <a:pt x="2080222" y="3174676"/>
                  </a:cubicBezTo>
                  <a:cubicBezTo>
                    <a:pt x="2087842" y="3154356"/>
                    <a:pt x="2104352" y="3137846"/>
                    <a:pt x="2117052" y="3130226"/>
                  </a:cubicBezTo>
                  <a:cubicBezTo>
                    <a:pt x="2125942" y="3125146"/>
                    <a:pt x="2136102" y="3123876"/>
                    <a:pt x="2146262" y="3125146"/>
                  </a:cubicBezTo>
                  <a:cubicBezTo>
                    <a:pt x="2158962" y="3127686"/>
                    <a:pt x="2176742" y="3134036"/>
                    <a:pt x="2185632" y="3144196"/>
                  </a:cubicBezTo>
                  <a:cubicBezTo>
                    <a:pt x="2195792" y="3154356"/>
                    <a:pt x="2198332" y="3164516"/>
                    <a:pt x="2203412" y="3184836"/>
                  </a:cubicBezTo>
                  <a:cubicBezTo>
                    <a:pt x="2217382" y="3245796"/>
                    <a:pt x="2208492" y="3452806"/>
                    <a:pt x="2217382" y="3554406"/>
                  </a:cubicBezTo>
                  <a:cubicBezTo>
                    <a:pt x="2223732" y="3628066"/>
                    <a:pt x="2249132" y="3699185"/>
                    <a:pt x="2244052" y="3741096"/>
                  </a:cubicBezTo>
                  <a:cubicBezTo>
                    <a:pt x="2240242" y="3765226"/>
                    <a:pt x="2233892" y="3784276"/>
                    <a:pt x="2219922" y="3794435"/>
                  </a:cubicBezTo>
                  <a:cubicBezTo>
                    <a:pt x="2207222" y="3804596"/>
                    <a:pt x="2180552" y="3807135"/>
                    <a:pt x="2162772" y="3804596"/>
                  </a:cubicBezTo>
                  <a:cubicBezTo>
                    <a:pt x="2147532" y="3802056"/>
                    <a:pt x="2138642" y="3798246"/>
                    <a:pt x="2122132" y="3783006"/>
                  </a:cubicBezTo>
                  <a:cubicBezTo>
                    <a:pt x="2078952" y="3746176"/>
                    <a:pt x="2002752" y="3614096"/>
                    <a:pt x="1934172" y="3525196"/>
                  </a:cubicBezTo>
                  <a:cubicBezTo>
                    <a:pt x="1856702" y="3424866"/>
                    <a:pt x="1775422" y="3330885"/>
                    <a:pt x="1678902" y="3212776"/>
                  </a:cubicBezTo>
                  <a:cubicBezTo>
                    <a:pt x="1550632" y="3057836"/>
                    <a:pt x="1380452" y="2845746"/>
                    <a:pt x="1233132" y="2674296"/>
                  </a:cubicBezTo>
                  <a:cubicBezTo>
                    <a:pt x="1093432" y="2510466"/>
                    <a:pt x="835622" y="2191696"/>
                    <a:pt x="819112" y="2201856"/>
                  </a:cubicBezTo>
                  <a:cubicBezTo>
                    <a:pt x="811492" y="2206935"/>
                    <a:pt x="852132" y="2259006"/>
                    <a:pt x="861022" y="2300916"/>
                  </a:cubicBezTo>
                  <a:cubicBezTo>
                    <a:pt x="874992" y="2364416"/>
                    <a:pt x="882612" y="2481256"/>
                    <a:pt x="866102" y="2552376"/>
                  </a:cubicBezTo>
                  <a:cubicBezTo>
                    <a:pt x="852132" y="2612066"/>
                    <a:pt x="810222" y="2703506"/>
                    <a:pt x="787362" y="2707316"/>
                  </a:cubicBezTo>
                  <a:cubicBezTo>
                    <a:pt x="774662" y="2709856"/>
                    <a:pt x="759422" y="2689535"/>
                    <a:pt x="751802" y="2678106"/>
                  </a:cubicBezTo>
                  <a:cubicBezTo>
                    <a:pt x="746722" y="2669216"/>
                    <a:pt x="744182" y="2659056"/>
                    <a:pt x="744182" y="2648896"/>
                  </a:cubicBezTo>
                  <a:cubicBezTo>
                    <a:pt x="744182" y="2634926"/>
                    <a:pt x="750532" y="2615876"/>
                    <a:pt x="759422" y="2605716"/>
                  </a:cubicBezTo>
                  <a:cubicBezTo>
                    <a:pt x="768312" y="2594285"/>
                    <a:pt x="786092" y="2585396"/>
                    <a:pt x="798792" y="2582856"/>
                  </a:cubicBezTo>
                  <a:cubicBezTo>
                    <a:pt x="810222" y="2580316"/>
                    <a:pt x="830542" y="2586666"/>
                    <a:pt x="830542" y="2586666"/>
                  </a:cubicBezTo>
                  <a:cubicBezTo>
                    <a:pt x="830542" y="2586666"/>
                    <a:pt x="787362" y="2581585"/>
                    <a:pt x="787362" y="2581585"/>
                  </a:cubicBezTo>
                  <a:cubicBezTo>
                    <a:pt x="787362" y="2580316"/>
                    <a:pt x="868642" y="2570156"/>
                    <a:pt x="908012" y="2591746"/>
                  </a:cubicBezTo>
                  <a:cubicBezTo>
                    <a:pt x="967702" y="2623496"/>
                    <a:pt x="1070572" y="2765735"/>
                    <a:pt x="1080732" y="2805106"/>
                  </a:cubicBezTo>
                  <a:cubicBezTo>
                    <a:pt x="1084542" y="2819076"/>
                    <a:pt x="1082002" y="2825426"/>
                    <a:pt x="1076922" y="2835585"/>
                  </a:cubicBezTo>
                  <a:cubicBezTo>
                    <a:pt x="1071842" y="2847016"/>
                    <a:pt x="1059142" y="2860985"/>
                    <a:pt x="1047712" y="2867335"/>
                  </a:cubicBezTo>
                  <a:cubicBezTo>
                    <a:pt x="1035012" y="2873685"/>
                    <a:pt x="1015962" y="2876226"/>
                    <a:pt x="1003262" y="2872416"/>
                  </a:cubicBezTo>
                  <a:cubicBezTo>
                    <a:pt x="989292" y="2868606"/>
                    <a:pt x="975322" y="2855906"/>
                    <a:pt x="967702" y="2845746"/>
                  </a:cubicBezTo>
                  <a:cubicBezTo>
                    <a:pt x="961352" y="2838126"/>
                    <a:pt x="957542" y="2830506"/>
                    <a:pt x="957542" y="2817806"/>
                  </a:cubicBezTo>
                  <a:cubicBezTo>
                    <a:pt x="957542" y="2797485"/>
                    <a:pt x="980402" y="2775896"/>
                    <a:pt x="984212" y="2735256"/>
                  </a:cubicBezTo>
                  <a:cubicBezTo>
                    <a:pt x="995642" y="2631116"/>
                    <a:pt x="919442" y="2313616"/>
                    <a:pt x="915632" y="2166296"/>
                  </a:cubicBezTo>
                  <a:cubicBezTo>
                    <a:pt x="913092" y="2073585"/>
                    <a:pt x="910552" y="1987226"/>
                    <a:pt x="932142" y="1938966"/>
                  </a:cubicBezTo>
                  <a:cubicBezTo>
                    <a:pt x="944842" y="1911026"/>
                    <a:pt x="961352" y="1894516"/>
                    <a:pt x="986752" y="1883085"/>
                  </a:cubicBezTo>
                  <a:cubicBezTo>
                    <a:pt x="1017232" y="1869116"/>
                    <a:pt x="1075652" y="1855146"/>
                    <a:pt x="1108672" y="1871656"/>
                  </a:cubicBezTo>
                  <a:cubicBezTo>
                    <a:pt x="1148042" y="1893246"/>
                    <a:pt x="1169632" y="1947856"/>
                    <a:pt x="1193762" y="2025326"/>
                  </a:cubicBezTo>
                  <a:cubicBezTo>
                    <a:pt x="1249642" y="2204396"/>
                    <a:pt x="1261072" y="2728906"/>
                    <a:pt x="1278852" y="2990526"/>
                  </a:cubicBezTo>
                  <a:cubicBezTo>
                    <a:pt x="1291552" y="3167056"/>
                    <a:pt x="1315682" y="3368985"/>
                    <a:pt x="1302982" y="3436296"/>
                  </a:cubicBezTo>
                  <a:cubicBezTo>
                    <a:pt x="1299172" y="3457885"/>
                    <a:pt x="1294092" y="3466776"/>
                    <a:pt x="1286472" y="3475665"/>
                  </a:cubicBezTo>
                  <a:cubicBezTo>
                    <a:pt x="1280122" y="3483285"/>
                    <a:pt x="1271232" y="3488365"/>
                    <a:pt x="1262342" y="3490906"/>
                  </a:cubicBezTo>
                  <a:cubicBezTo>
                    <a:pt x="1249642" y="3493446"/>
                    <a:pt x="1231862" y="3493446"/>
                    <a:pt x="1219162" y="3488365"/>
                  </a:cubicBezTo>
                  <a:cubicBezTo>
                    <a:pt x="1207732" y="3482015"/>
                    <a:pt x="1198842" y="3476935"/>
                    <a:pt x="1188682" y="3457885"/>
                  </a:cubicBezTo>
                  <a:cubicBezTo>
                    <a:pt x="1150582" y="3386765"/>
                    <a:pt x="1060412" y="2942266"/>
                    <a:pt x="1066762" y="2862256"/>
                  </a:cubicBezTo>
                  <a:cubicBezTo>
                    <a:pt x="1068032" y="2841935"/>
                    <a:pt x="1071842" y="2834316"/>
                    <a:pt x="1079462" y="2824156"/>
                  </a:cubicBezTo>
                  <a:cubicBezTo>
                    <a:pt x="1087082" y="2813996"/>
                    <a:pt x="1102322" y="2806375"/>
                    <a:pt x="1115022" y="2803835"/>
                  </a:cubicBezTo>
                  <a:cubicBezTo>
                    <a:pt x="1127722" y="2802566"/>
                    <a:pt x="1144232" y="2806375"/>
                    <a:pt x="1154392" y="2812725"/>
                  </a:cubicBezTo>
                  <a:cubicBezTo>
                    <a:pt x="1164552" y="2819075"/>
                    <a:pt x="1169632" y="2826696"/>
                    <a:pt x="1178522" y="2845746"/>
                  </a:cubicBezTo>
                  <a:cubicBezTo>
                    <a:pt x="1214082" y="2921946"/>
                    <a:pt x="1286472" y="3294056"/>
                    <a:pt x="1337272" y="3468046"/>
                  </a:cubicBezTo>
                  <a:cubicBezTo>
                    <a:pt x="1374102" y="3597585"/>
                    <a:pt x="1443952" y="3752526"/>
                    <a:pt x="1446492" y="3803326"/>
                  </a:cubicBezTo>
                  <a:cubicBezTo>
                    <a:pt x="1447762" y="3817296"/>
                    <a:pt x="1445222" y="3822376"/>
                    <a:pt x="1440142" y="3831265"/>
                  </a:cubicBezTo>
                  <a:cubicBezTo>
                    <a:pt x="1433792" y="3841426"/>
                    <a:pt x="1421092" y="3854126"/>
                    <a:pt x="1409662" y="3859206"/>
                  </a:cubicBezTo>
                  <a:cubicBezTo>
                    <a:pt x="1396962" y="3864285"/>
                    <a:pt x="1379182" y="3864285"/>
                    <a:pt x="1366482" y="3860476"/>
                  </a:cubicBezTo>
                  <a:cubicBezTo>
                    <a:pt x="1353782" y="3855396"/>
                    <a:pt x="1341082" y="3842696"/>
                    <a:pt x="1334732" y="3832535"/>
                  </a:cubicBezTo>
                  <a:cubicBezTo>
                    <a:pt x="1329652" y="3823646"/>
                    <a:pt x="1325842" y="3816026"/>
                    <a:pt x="1327112" y="3804596"/>
                  </a:cubicBezTo>
                  <a:cubicBezTo>
                    <a:pt x="1330922" y="3784276"/>
                    <a:pt x="1365212" y="3770306"/>
                    <a:pt x="1379182" y="3718235"/>
                  </a:cubicBezTo>
                  <a:cubicBezTo>
                    <a:pt x="1443952" y="3478206"/>
                    <a:pt x="1358862" y="2199316"/>
                    <a:pt x="1339812" y="1543996"/>
                  </a:cubicBezTo>
                  <a:cubicBezTo>
                    <a:pt x="1324572" y="1001706"/>
                    <a:pt x="1273772" y="177476"/>
                    <a:pt x="1282662" y="60636"/>
                  </a:cubicBezTo>
                  <a:cubicBezTo>
                    <a:pt x="1283932" y="44125"/>
                    <a:pt x="1283932" y="41585"/>
                    <a:pt x="1287742" y="32695"/>
                  </a:cubicBezTo>
                  <a:cubicBezTo>
                    <a:pt x="1292822" y="22535"/>
                    <a:pt x="1305522" y="9835"/>
                    <a:pt x="1316952" y="4755"/>
                  </a:cubicBezTo>
                  <a:cubicBezTo>
                    <a:pt x="1328382" y="-325"/>
                    <a:pt x="1346162" y="-1595"/>
                    <a:pt x="1357592" y="2215"/>
                  </a:cubicBezTo>
                  <a:cubicBezTo>
                    <a:pt x="1370292" y="6025"/>
                    <a:pt x="1380452" y="13645"/>
                    <a:pt x="1389342" y="27615"/>
                  </a:cubicBezTo>
                  <a:cubicBezTo>
                    <a:pt x="1408392" y="58095"/>
                    <a:pt x="1410932" y="105085"/>
                    <a:pt x="1422362" y="199065"/>
                  </a:cubicBezTo>
                  <a:cubicBezTo>
                    <a:pt x="1470622" y="602925"/>
                    <a:pt x="1525232" y="2585396"/>
                    <a:pt x="1578572" y="3460425"/>
                  </a:cubicBezTo>
                  <a:cubicBezTo>
                    <a:pt x="1615402" y="4050975"/>
                    <a:pt x="1713192" y="4806625"/>
                    <a:pt x="1690332" y="4941245"/>
                  </a:cubicBezTo>
                  <a:cubicBezTo>
                    <a:pt x="1686522" y="4964105"/>
                    <a:pt x="1683982" y="4969185"/>
                    <a:pt x="1675092" y="4979345"/>
                  </a:cubicBezTo>
                  <a:cubicBezTo>
                    <a:pt x="1666202" y="4988235"/>
                    <a:pt x="1650962" y="4995855"/>
                    <a:pt x="1638262" y="4995855"/>
                  </a:cubicBezTo>
                  <a:cubicBezTo>
                    <a:pt x="1625562" y="4997125"/>
                    <a:pt x="1609052" y="4992045"/>
                    <a:pt x="1598892" y="4984425"/>
                  </a:cubicBezTo>
                  <a:cubicBezTo>
                    <a:pt x="1588732" y="4976805"/>
                    <a:pt x="1581112" y="4967915"/>
                    <a:pt x="1577302" y="4950135"/>
                  </a:cubicBezTo>
                  <a:cubicBezTo>
                    <a:pt x="1565872" y="4905685"/>
                    <a:pt x="1595082" y="4792655"/>
                    <a:pt x="1601432" y="4689785"/>
                  </a:cubicBezTo>
                  <a:cubicBezTo>
                    <a:pt x="1611592" y="4542465"/>
                    <a:pt x="1617942" y="4348155"/>
                    <a:pt x="1623022" y="4150035"/>
                  </a:cubicBezTo>
                  <a:cubicBezTo>
                    <a:pt x="1629372" y="3911275"/>
                    <a:pt x="1638262" y="3539165"/>
                    <a:pt x="1634452" y="3356285"/>
                  </a:cubicBezTo>
                  <a:cubicBezTo>
                    <a:pt x="1631912" y="3259765"/>
                    <a:pt x="1615402" y="3179755"/>
                    <a:pt x="1621752" y="3136575"/>
                  </a:cubicBezTo>
                  <a:cubicBezTo>
                    <a:pt x="1624292" y="3117525"/>
                    <a:pt x="1628102" y="3107365"/>
                    <a:pt x="1635722" y="3097205"/>
                  </a:cubicBezTo>
                  <a:cubicBezTo>
                    <a:pt x="1640802" y="3089585"/>
                    <a:pt x="1648422" y="3084505"/>
                    <a:pt x="1657312" y="3080695"/>
                  </a:cubicBezTo>
                  <a:cubicBezTo>
                    <a:pt x="1668742" y="3076885"/>
                    <a:pt x="1686522" y="3075615"/>
                    <a:pt x="1697952" y="3079425"/>
                  </a:cubicBezTo>
                  <a:cubicBezTo>
                    <a:pt x="1710652" y="3083235"/>
                    <a:pt x="1720812" y="3085775"/>
                    <a:pt x="1729702" y="3106095"/>
                  </a:cubicBezTo>
                  <a:cubicBezTo>
                    <a:pt x="1802092" y="3250875"/>
                    <a:pt x="1766532" y="5000935"/>
                    <a:pt x="1823682" y="5313356"/>
                  </a:cubicBezTo>
                  <a:cubicBezTo>
                    <a:pt x="1838922" y="5399715"/>
                    <a:pt x="1879562" y="5445435"/>
                    <a:pt x="1877022" y="5475915"/>
                  </a:cubicBezTo>
                  <a:cubicBezTo>
                    <a:pt x="1875752" y="5488615"/>
                    <a:pt x="1870672" y="5494965"/>
                    <a:pt x="1864322" y="5501315"/>
                  </a:cubicBezTo>
                  <a:cubicBezTo>
                    <a:pt x="1855432" y="5511475"/>
                    <a:pt x="1838922" y="5520365"/>
                    <a:pt x="1826222" y="5522906"/>
                  </a:cubicBezTo>
                  <a:cubicBezTo>
                    <a:pt x="1812252" y="5525445"/>
                    <a:pt x="1794472" y="5520365"/>
                    <a:pt x="1784312" y="5514015"/>
                  </a:cubicBezTo>
                  <a:cubicBezTo>
                    <a:pt x="1772882" y="5506395"/>
                    <a:pt x="1765262" y="5500045"/>
                    <a:pt x="1758912" y="5478456"/>
                  </a:cubicBezTo>
                  <a:cubicBezTo>
                    <a:pt x="1725892" y="5385745"/>
                    <a:pt x="1742402" y="4859965"/>
                    <a:pt x="1718272" y="4658035"/>
                  </a:cubicBezTo>
                  <a:cubicBezTo>
                    <a:pt x="1703032" y="4539925"/>
                    <a:pt x="1686522" y="4473885"/>
                    <a:pt x="1663662" y="4377365"/>
                  </a:cubicBezTo>
                  <a:cubicBezTo>
                    <a:pt x="1638262" y="4271956"/>
                    <a:pt x="1593812" y="4169085"/>
                    <a:pt x="1570952" y="4050975"/>
                  </a:cubicBezTo>
                  <a:cubicBezTo>
                    <a:pt x="1543012" y="3916356"/>
                    <a:pt x="1525232" y="3756335"/>
                    <a:pt x="1516342" y="3612825"/>
                  </a:cubicBezTo>
                  <a:cubicBezTo>
                    <a:pt x="1507452" y="3475665"/>
                    <a:pt x="1503642" y="3267385"/>
                    <a:pt x="1515072" y="3207695"/>
                  </a:cubicBezTo>
                  <a:cubicBezTo>
                    <a:pt x="1517612" y="3191185"/>
                    <a:pt x="1518882" y="3184835"/>
                    <a:pt x="1527772" y="3175945"/>
                  </a:cubicBezTo>
                  <a:cubicBezTo>
                    <a:pt x="1539202" y="3163245"/>
                    <a:pt x="1568412" y="3145465"/>
                    <a:pt x="1587462" y="3145465"/>
                  </a:cubicBezTo>
                  <a:cubicBezTo>
                    <a:pt x="1603972" y="3144195"/>
                    <a:pt x="1624292" y="3153085"/>
                    <a:pt x="1635722" y="3164515"/>
                  </a:cubicBezTo>
                  <a:cubicBezTo>
                    <a:pt x="1647152" y="3174675"/>
                    <a:pt x="1658582" y="3192455"/>
                    <a:pt x="1658582" y="3210235"/>
                  </a:cubicBezTo>
                  <a:cubicBezTo>
                    <a:pt x="1658582" y="3231825"/>
                    <a:pt x="1626832" y="3285165"/>
                    <a:pt x="1623022" y="3283895"/>
                  </a:cubicBezTo>
                  <a:cubicBezTo>
                    <a:pt x="1619212" y="3282625"/>
                    <a:pt x="1617942" y="3203885"/>
                    <a:pt x="1635722" y="3191185"/>
                  </a:cubicBezTo>
                  <a:cubicBezTo>
                    <a:pt x="1658582" y="3175945"/>
                    <a:pt x="1739862" y="3202615"/>
                    <a:pt x="1765262" y="3226745"/>
                  </a:cubicBezTo>
                  <a:cubicBezTo>
                    <a:pt x="1785582" y="3245795"/>
                    <a:pt x="1790662" y="3275006"/>
                    <a:pt x="1790662" y="3308025"/>
                  </a:cubicBezTo>
                  <a:cubicBezTo>
                    <a:pt x="1789392" y="3361365"/>
                    <a:pt x="1737322" y="3479475"/>
                    <a:pt x="1717002" y="3512495"/>
                  </a:cubicBezTo>
                  <a:cubicBezTo>
                    <a:pt x="1709382" y="3525195"/>
                    <a:pt x="1706842" y="3530275"/>
                    <a:pt x="1696682" y="3535356"/>
                  </a:cubicBezTo>
                  <a:cubicBezTo>
                    <a:pt x="1682712" y="3542975"/>
                    <a:pt x="1653502" y="3546785"/>
                    <a:pt x="1636992" y="3541706"/>
                  </a:cubicBezTo>
                  <a:cubicBezTo>
                    <a:pt x="1623022" y="3537895"/>
                    <a:pt x="1611592" y="3525195"/>
                    <a:pt x="1602702" y="3511225"/>
                  </a:cubicBezTo>
                  <a:cubicBezTo>
                    <a:pt x="1591272" y="3493445"/>
                    <a:pt x="1584922" y="3465506"/>
                    <a:pt x="1582382" y="3438835"/>
                  </a:cubicBezTo>
                  <a:cubicBezTo>
                    <a:pt x="1577302" y="3403275"/>
                    <a:pt x="1576032" y="3344856"/>
                    <a:pt x="1584922" y="3316915"/>
                  </a:cubicBezTo>
                  <a:cubicBezTo>
                    <a:pt x="1591272" y="3300406"/>
                    <a:pt x="1598892" y="3288975"/>
                    <a:pt x="1611592" y="3281356"/>
                  </a:cubicBezTo>
                  <a:cubicBezTo>
                    <a:pt x="1625562" y="3272465"/>
                    <a:pt x="1653502" y="3269925"/>
                    <a:pt x="1670012" y="3275006"/>
                  </a:cubicBezTo>
                  <a:cubicBezTo>
                    <a:pt x="1682712" y="3280085"/>
                    <a:pt x="1695412" y="3291515"/>
                    <a:pt x="1701762" y="3305485"/>
                  </a:cubicBezTo>
                  <a:cubicBezTo>
                    <a:pt x="1710652" y="3323265"/>
                    <a:pt x="1713192" y="3347395"/>
                    <a:pt x="1709382" y="3380415"/>
                  </a:cubicBezTo>
                  <a:cubicBezTo>
                    <a:pt x="1700492" y="3450265"/>
                    <a:pt x="1638262" y="3609015"/>
                    <a:pt x="1600162" y="3699185"/>
                  </a:cubicBezTo>
                  <a:cubicBezTo>
                    <a:pt x="1570952" y="3769035"/>
                    <a:pt x="1530312" y="3851585"/>
                    <a:pt x="1507452" y="3880795"/>
                  </a:cubicBezTo>
                  <a:cubicBezTo>
                    <a:pt x="1498562" y="3892225"/>
                    <a:pt x="1493482" y="3896035"/>
                    <a:pt x="1483322" y="3899845"/>
                  </a:cubicBezTo>
                  <a:cubicBezTo>
                    <a:pt x="1470622" y="3904925"/>
                    <a:pt x="1451572" y="3908735"/>
                    <a:pt x="1437602" y="3904925"/>
                  </a:cubicBezTo>
                  <a:cubicBezTo>
                    <a:pt x="1423632" y="3901115"/>
                    <a:pt x="1408392" y="3889685"/>
                    <a:pt x="1400772" y="3878256"/>
                  </a:cubicBezTo>
                  <a:cubicBezTo>
                    <a:pt x="1391882" y="3865556"/>
                    <a:pt x="1398232" y="3837615"/>
                    <a:pt x="1390612" y="3832535"/>
                  </a:cubicBezTo>
                  <a:cubicBezTo>
                    <a:pt x="1382992" y="3828725"/>
                    <a:pt x="1363942" y="3850315"/>
                    <a:pt x="1355052" y="3843965"/>
                  </a:cubicBezTo>
                  <a:cubicBezTo>
                    <a:pt x="1336002" y="3829995"/>
                    <a:pt x="1344892" y="3705535"/>
                    <a:pt x="1356322" y="3639495"/>
                  </a:cubicBezTo>
                  <a:cubicBezTo>
                    <a:pt x="1367752" y="3573456"/>
                    <a:pt x="1391882" y="3507415"/>
                    <a:pt x="1424902" y="3448995"/>
                  </a:cubicBezTo>
                  <a:cubicBezTo>
                    <a:pt x="1459192" y="3390575"/>
                    <a:pt x="1517612" y="3309295"/>
                    <a:pt x="1558252" y="3288975"/>
                  </a:cubicBezTo>
                  <a:cubicBezTo>
                    <a:pt x="1579842" y="3277545"/>
                    <a:pt x="1603972" y="3277545"/>
                    <a:pt x="1620482" y="3283895"/>
                  </a:cubicBezTo>
                  <a:cubicBezTo>
                    <a:pt x="1634452" y="3288975"/>
                    <a:pt x="1647152" y="3304215"/>
                    <a:pt x="1654772" y="3316915"/>
                  </a:cubicBezTo>
                  <a:cubicBezTo>
                    <a:pt x="1659852" y="3325806"/>
                    <a:pt x="1662392" y="3333425"/>
                    <a:pt x="1661122" y="3347395"/>
                  </a:cubicBezTo>
                  <a:cubicBezTo>
                    <a:pt x="1657312" y="3386765"/>
                    <a:pt x="1581112" y="3493445"/>
                    <a:pt x="1572222" y="3556945"/>
                  </a:cubicBezTo>
                  <a:cubicBezTo>
                    <a:pt x="1565872" y="3606475"/>
                    <a:pt x="1596352" y="3662356"/>
                    <a:pt x="1590002" y="3692835"/>
                  </a:cubicBezTo>
                  <a:cubicBezTo>
                    <a:pt x="1584922" y="3710615"/>
                    <a:pt x="1574762" y="3722045"/>
                    <a:pt x="1563332" y="3730935"/>
                  </a:cubicBezTo>
                  <a:cubicBezTo>
                    <a:pt x="1551902" y="3738556"/>
                    <a:pt x="1532852" y="3743635"/>
                    <a:pt x="1518882" y="3741095"/>
                  </a:cubicBezTo>
                  <a:cubicBezTo>
                    <a:pt x="1504912" y="3739825"/>
                    <a:pt x="1487132" y="3730935"/>
                    <a:pt x="1478242" y="3720775"/>
                  </a:cubicBezTo>
                  <a:cubicBezTo>
                    <a:pt x="1468082" y="3709345"/>
                    <a:pt x="1465542" y="3700456"/>
                    <a:pt x="1461732" y="3677595"/>
                  </a:cubicBezTo>
                  <a:cubicBezTo>
                    <a:pt x="1447762" y="3600125"/>
                    <a:pt x="1436332" y="3230556"/>
                    <a:pt x="1459192" y="3155625"/>
                  </a:cubicBezTo>
                  <a:cubicBezTo>
                    <a:pt x="1466812" y="3132765"/>
                    <a:pt x="1474432" y="3123875"/>
                    <a:pt x="1487132" y="3114985"/>
                  </a:cubicBezTo>
                  <a:cubicBezTo>
                    <a:pt x="1499832" y="3106095"/>
                    <a:pt x="1520152" y="3102285"/>
                    <a:pt x="1534122" y="3103555"/>
                  </a:cubicBezTo>
                  <a:cubicBezTo>
                    <a:pt x="1545552" y="3103555"/>
                    <a:pt x="1556982" y="3107365"/>
                    <a:pt x="1565872" y="3114985"/>
                  </a:cubicBezTo>
                  <a:cubicBezTo>
                    <a:pt x="1577302" y="3123875"/>
                    <a:pt x="1586192" y="3132765"/>
                    <a:pt x="1593812" y="3154355"/>
                  </a:cubicBezTo>
                  <a:cubicBezTo>
                    <a:pt x="1616672" y="3224206"/>
                    <a:pt x="1588732" y="3516306"/>
                    <a:pt x="1600162" y="3626795"/>
                  </a:cubicBezTo>
                  <a:cubicBezTo>
                    <a:pt x="1605242" y="3689025"/>
                    <a:pt x="1611592" y="3727125"/>
                    <a:pt x="1625562" y="3769035"/>
                  </a:cubicBezTo>
                  <a:cubicBezTo>
                    <a:pt x="1638262" y="3804595"/>
                    <a:pt x="1649692" y="3837615"/>
                    <a:pt x="1673822" y="3863015"/>
                  </a:cubicBezTo>
                  <a:cubicBezTo>
                    <a:pt x="1699222" y="3890956"/>
                    <a:pt x="1753832" y="3936675"/>
                    <a:pt x="1777962" y="3923975"/>
                  </a:cubicBezTo>
                  <a:cubicBezTo>
                    <a:pt x="1821142" y="3902385"/>
                    <a:pt x="1810982" y="3710615"/>
                    <a:pt x="1817332" y="3570915"/>
                  </a:cubicBezTo>
                  <a:cubicBezTo>
                    <a:pt x="1827492" y="3370256"/>
                    <a:pt x="1777962" y="2932105"/>
                    <a:pt x="1808442" y="2834315"/>
                  </a:cubicBezTo>
                  <a:cubicBezTo>
                    <a:pt x="1817332" y="2807646"/>
                    <a:pt x="1827492" y="2794946"/>
                    <a:pt x="1841462" y="2787325"/>
                  </a:cubicBezTo>
                  <a:cubicBezTo>
                    <a:pt x="1854162" y="2779705"/>
                    <a:pt x="1873212" y="2779705"/>
                    <a:pt x="1885912" y="2782246"/>
                  </a:cubicBezTo>
                  <a:cubicBezTo>
                    <a:pt x="1896072" y="2783515"/>
                    <a:pt x="1904962" y="2788596"/>
                    <a:pt x="1912582" y="2796215"/>
                  </a:cubicBezTo>
                  <a:cubicBezTo>
                    <a:pt x="1922742" y="2807646"/>
                    <a:pt x="1936712" y="2835585"/>
                    <a:pt x="1932902" y="2850825"/>
                  </a:cubicBezTo>
                  <a:cubicBezTo>
                    <a:pt x="1927822" y="2868605"/>
                    <a:pt x="1879562" y="2874955"/>
                    <a:pt x="1871942" y="2896546"/>
                  </a:cubicBezTo>
                  <a:cubicBezTo>
                    <a:pt x="1863052" y="2924485"/>
                    <a:pt x="1898612" y="2948615"/>
                    <a:pt x="1904962" y="3007035"/>
                  </a:cubicBezTo>
                  <a:cubicBezTo>
                    <a:pt x="1925282" y="3226745"/>
                    <a:pt x="1779232" y="4123365"/>
                    <a:pt x="1747482" y="4588185"/>
                  </a:cubicBezTo>
                  <a:cubicBezTo>
                    <a:pt x="1722082" y="4951406"/>
                    <a:pt x="1769072" y="5455595"/>
                    <a:pt x="1710652" y="5564815"/>
                  </a:cubicBezTo>
                  <a:cubicBezTo>
                    <a:pt x="1694142" y="5594026"/>
                    <a:pt x="1672552" y="5601645"/>
                    <a:pt x="1653502" y="5605456"/>
                  </a:cubicBezTo>
                  <a:cubicBezTo>
                    <a:pt x="1636992" y="5609265"/>
                    <a:pt x="1614132" y="5601645"/>
                    <a:pt x="1601432" y="5594026"/>
                  </a:cubicBezTo>
                  <a:cubicBezTo>
                    <a:pt x="1590002" y="5587676"/>
                    <a:pt x="1582382" y="5580056"/>
                    <a:pt x="1577302" y="5567356"/>
                  </a:cubicBezTo>
                  <a:cubicBezTo>
                    <a:pt x="1565872" y="5541956"/>
                    <a:pt x="1558252" y="5478456"/>
                    <a:pt x="1568412" y="5440356"/>
                  </a:cubicBezTo>
                  <a:cubicBezTo>
                    <a:pt x="1576032" y="5406065"/>
                    <a:pt x="1620482" y="5348915"/>
                    <a:pt x="1624292" y="5350185"/>
                  </a:cubicBezTo>
                  <a:cubicBezTo>
                    <a:pt x="1628102" y="5351456"/>
                    <a:pt x="1605242" y="5417495"/>
                    <a:pt x="1592542" y="5447976"/>
                  </a:cubicBezTo>
                  <a:cubicBezTo>
                    <a:pt x="1578572" y="5478456"/>
                    <a:pt x="1569682" y="5524176"/>
                    <a:pt x="1544282" y="5533065"/>
                  </a:cubicBezTo>
                  <a:cubicBezTo>
                    <a:pt x="1509992" y="5544495"/>
                    <a:pt x="1404582" y="5496235"/>
                    <a:pt x="1393152" y="5470835"/>
                  </a:cubicBezTo>
                  <a:cubicBezTo>
                    <a:pt x="1388072" y="5455595"/>
                    <a:pt x="1404582" y="5434006"/>
                    <a:pt x="1413472" y="5422576"/>
                  </a:cubicBezTo>
                  <a:cubicBezTo>
                    <a:pt x="1422362" y="5412415"/>
                    <a:pt x="1432522" y="5407335"/>
                    <a:pt x="1443952" y="5403526"/>
                  </a:cubicBezTo>
                  <a:cubicBezTo>
                    <a:pt x="1454112" y="5399715"/>
                    <a:pt x="1466812" y="5397176"/>
                    <a:pt x="1479512" y="5399715"/>
                  </a:cubicBezTo>
                  <a:cubicBezTo>
                    <a:pt x="1493482" y="5403526"/>
                    <a:pt x="1513802" y="5414956"/>
                    <a:pt x="1525232" y="5426385"/>
                  </a:cubicBezTo>
                  <a:cubicBezTo>
                    <a:pt x="1532852" y="5435276"/>
                    <a:pt x="1536662" y="5445435"/>
                    <a:pt x="1540472" y="5458135"/>
                  </a:cubicBezTo>
                  <a:cubicBezTo>
                    <a:pt x="1544282" y="5474645"/>
                    <a:pt x="1541742" y="5497506"/>
                    <a:pt x="1537932" y="5521635"/>
                  </a:cubicBezTo>
                  <a:cubicBezTo>
                    <a:pt x="1534122" y="5558465"/>
                    <a:pt x="1529042" y="5628315"/>
                    <a:pt x="1511262" y="5653715"/>
                  </a:cubicBezTo>
                  <a:cubicBezTo>
                    <a:pt x="1499832" y="5668956"/>
                    <a:pt x="1483322" y="5677845"/>
                    <a:pt x="1468082" y="5680385"/>
                  </a:cubicBezTo>
                  <a:cubicBezTo>
                    <a:pt x="1452842" y="5682926"/>
                    <a:pt x="1431252" y="5680385"/>
                    <a:pt x="1417282" y="5671495"/>
                  </a:cubicBezTo>
                  <a:cubicBezTo>
                    <a:pt x="1402042" y="5661335"/>
                    <a:pt x="1388072" y="5614345"/>
                    <a:pt x="1381722" y="5614345"/>
                  </a:cubicBezTo>
                  <a:cubicBezTo>
                    <a:pt x="1379182" y="5614345"/>
                    <a:pt x="1379182" y="5627045"/>
                    <a:pt x="1377912" y="5627045"/>
                  </a:cubicBezTo>
                  <a:cubicBezTo>
                    <a:pt x="1375372" y="5625776"/>
                    <a:pt x="1389342" y="5564815"/>
                    <a:pt x="1377912" y="5540685"/>
                  </a:cubicBezTo>
                  <a:cubicBezTo>
                    <a:pt x="1366482" y="5514015"/>
                    <a:pt x="1318222" y="5502585"/>
                    <a:pt x="1308062" y="5473376"/>
                  </a:cubicBezTo>
                  <a:cubicBezTo>
                    <a:pt x="1295362" y="5440356"/>
                    <a:pt x="1334732" y="5353995"/>
                    <a:pt x="1323302" y="5347645"/>
                  </a:cubicBezTo>
                  <a:cubicBezTo>
                    <a:pt x="1311872" y="5342565"/>
                    <a:pt x="1273772" y="5381935"/>
                    <a:pt x="1254722" y="5408606"/>
                  </a:cubicBezTo>
                  <a:cubicBezTo>
                    <a:pt x="1231862" y="5442895"/>
                    <a:pt x="1226782" y="5491156"/>
                    <a:pt x="1203922" y="5539415"/>
                  </a:cubicBezTo>
                  <a:cubicBezTo>
                    <a:pt x="1174712" y="5604185"/>
                    <a:pt x="1140422" y="5685465"/>
                    <a:pt x="1087082" y="5762935"/>
                  </a:cubicBezTo>
                  <a:cubicBezTo>
                    <a:pt x="1021042" y="5860726"/>
                    <a:pt x="928332" y="5961056"/>
                    <a:pt x="824192" y="6070276"/>
                  </a:cubicBezTo>
                  <a:cubicBezTo>
                    <a:pt x="694652" y="6207435"/>
                    <a:pt x="490182" y="6438576"/>
                    <a:pt x="359372" y="6516045"/>
                  </a:cubicBezTo>
                  <a:cubicBezTo>
                    <a:pt x="285712" y="6560495"/>
                    <a:pt x="184112" y="6555416"/>
                    <a:pt x="161252" y="6579545"/>
                  </a:cubicBezTo>
                  <a:cubicBezTo>
                    <a:pt x="152362" y="6588435"/>
                    <a:pt x="159982" y="6598595"/>
                    <a:pt x="153632" y="6607485"/>
                  </a:cubicBezTo>
                  <a:cubicBezTo>
                    <a:pt x="147282" y="6617645"/>
                    <a:pt x="134582" y="6631616"/>
                    <a:pt x="120612" y="6635426"/>
                  </a:cubicBezTo>
                  <a:cubicBezTo>
                    <a:pt x="105372" y="6640505"/>
                    <a:pt x="78702" y="6636695"/>
                    <a:pt x="64732" y="6627805"/>
                  </a:cubicBezTo>
                  <a:cubicBezTo>
                    <a:pt x="53302" y="6621455"/>
                    <a:pt x="48222" y="6608755"/>
                    <a:pt x="40602" y="6592245"/>
                  </a:cubicBezTo>
                  <a:cubicBezTo>
                    <a:pt x="26632" y="6561766"/>
                    <a:pt x="13932" y="6512235"/>
                    <a:pt x="7582" y="6455085"/>
                  </a:cubicBezTo>
                  <a:cubicBezTo>
                    <a:pt x="-2578" y="6361106"/>
                    <a:pt x="-5118" y="6136315"/>
                    <a:pt x="16472" y="6079165"/>
                  </a:cubicBezTo>
                  <a:cubicBezTo>
                    <a:pt x="24092" y="6060115"/>
                    <a:pt x="32982" y="6051226"/>
                    <a:pt x="45682" y="6044876"/>
                  </a:cubicBezTo>
                  <a:cubicBezTo>
                    <a:pt x="60922" y="6037256"/>
                    <a:pt x="88862" y="6035985"/>
                    <a:pt x="105372" y="6042335"/>
                  </a:cubicBezTo>
                  <a:cubicBezTo>
                    <a:pt x="118072" y="6048685"/>
                    <a:pt x="128232" y="6060115"/>
                    <a:pt x="135852" y="6075356"/>
                  </a:cubicBezTo>
                  <a:cubicBezTo>
                    <a:pt x="147282" y="6096945"/>
                    <a:pt x="143472" y="6165525"/>
                    <a:pt x="157442" y="6165525"/>
                  </a:cubicBezTo>
                  <a:cubicBezTo>
                    <a:pt x="204432" y="6168065"/>
                    <a:pt x="426682" y="5352725"/>
                    <a:pt x="537172" y="5075865"/>
                  </a:cubicBezTo>
                  <a:cubicBezTo>
                    <a:pt x="607022" y="4899335"/>
                    <a:pt x="689572" y="4708835"/>
                    <a:pt x="730212" y="4650415"/>
                  </a:cubicBezTo>
                  <a:cubicBezTo>
                    <a:pt x="741642" y="4632635"/>
                    <a:pt x="746722" y="4625015"/>
                    <a:pt x="759422" y="4619935"/>
                  </a:cubicBezTo>
                  <a:cubicBezTo>
                    <a:pt x="773392" y="4614856"/>
                    <a:pt x="798792" y="4614856"/>
                    <a:pt x="814032" y="4623745"/>
                  </a:cubicBezTo>
                  <a:cubicBezTo>
                    <a:pt x="833082" y="4635175"/>
                    <a:pt x="848322" y="4655495"/>
                    <a:pt x="861022" y="4692325"/>
                  </a:cubicBezTo>
                  <a:cubicBezTo>
                    <a:pt x="899122" y="4802815"/>
                    <a:pt x="887692" y="5177465"/>
                    <a:pt x="908012" y="5404795"/>
                  </a:cubicBezTo>
                  <a:cubicBezTo>
                    <a:pt x="927062" y="5616885"/>
                    <a:pt x="935952" y="5864535"/>
                    <a:pt x="977862" y="6016935"/>
                  </a:cubicBezTo>
                  <a:cubicBezTo>
                    <a:pt x="1003262" y="6113456"/>
                    <a:pt x="1084542" y="6203625"/>
                    <a:pt x="1078192" y="6242995"/>
                  </a:cubicBezTo>
                  <a:cubicBezTo>
                    <a:pt x="1074382" y="6259506"/>
                    <a:pt x="1061682" y="6267125"/>
                    <a:pt x="1050252" y="6273475"/>
                  </a:cubicBezTo>
                  <a:cubicBezTo>
                    <a:pt x="1038822" y="6278556"/>
                    <a:pt x="1022312" y="6281095"/>
                    <a:pt x="1009612" y="6277285"/>
                  </a:cubicBezTo>
                  <a:cubicBezTo>
                    <a:pt x="996912" y="6274745"/>
                    <a:pt x="982942" y="6264585"/>
                    <a:pt x="976592" y="6254425"/>
                  </a:cubicBezTo>
                  <a:cubicBezTo>
                    <a:pt x="968972" y="6242995"/>
                    <a:pt x="965162" y="6231565"/>
                    <a:pt x="966432" y="6213785"/>
                  </a:cubicBezTo>
                  <a:cubicBezTo>
                    <a:pt x="970242" y="6176956"/>
                    <a:pt x="1019772" y="6110915"/>
                    <a:pt x="1037552" y="6042335"/>
                  </a:cubicBezTo>
                  <a:cubicBezTo>
                    <a:pt x="1064222" y="5945815"/>
                    <a:pt x="1071842" y="5842945"/>
                    <a:pt x="1085812" y="5684195"/>
                  </a:cubicBezTo>
                  <a:cubicBezTo>
                    <a:pt x="1113752" y="5370505"/>
                    <a:pt x="1107402" y="4409115"/>
                    <a:pt x="1145502" y="4282115"/>
                  </a:cubicBezTo>
                  <a:cubicBezTo>
                    <a:pt x="1151852" y="4260525"/>
                    <a:pt x="1158202" y="4255445"/>
                    <a:pt x="1167092" y="4247825"/>
                  </a:cubicBezTo>
                  <a:cubicBezTo>
                    <a:pt x="1174712" y="4241475"/>
                    <a:pt x="1182332" y="4237665"/>
                    <a:pt x="1192492" y="4236395"/>
                  </a:cubicBezTo>
                  <a:cubicBezTo>
                    <a:pt x="1203922" y="4235125"/>
                    <a:pt x="1221702" y="4238935"/>
                    <a:pt x="1231862" y="4244015"/>
                  </a:cubicBezTo>
                  <a:cubicBezTo>
                    <a:pt x="1240752" y="4249095"/>
                    <a:pt x="1245832" y="4252905"/>
                    <a:pt x="1250912" y="4264335"/>
                  </a:cubicBezTo>
                  <a:cubicBezTo>
                    <a:pt x="1267422" y="4294815"/>
                    <a:pt x="1275042" y="4390065"/>
                    <a:pt x="1292822" y="4459915"/>
                  </a:cubicBezTo>
                  <a:cubicBezTo>
                    <a:pt x="1313142" y="4542465"/>
                    <a:pt x="1339812" y="4646605"/>
                    <a:pt x="1370292" y="4722805"/>
                  </a:cubicBezTo>
                  <a:cubicBezTo>
                    <a:pt x="1395692" y="4786305"/>
                    <a:pt x="1456652" y="4853615"/>
                    <a:pt x="1457922" y="4889175"/>
                  </a:cubicBezTo>
                  <a:cubicBezTo>
                    <a:pt x="1457922" y="4906955"/>
                    <a:pt x="1447762" y="4918385"/>
                    <a:pt x="1438872" y="4927275"/>
                  </a:cubicBezTo>
                  <a:cubicBezTo>
                    <a:pt x="1428712" y="4936165"/>
                    <a:pt x="1412202" y="4943785"/>
                    <a:pt x="1398232" y="4943785"/>
                  </a:cubicBezTo>
                  <a:cubicBezTo>
                    <a:pt x="1385532" y="4943785"/>
                    <a:pt x="1367752" y="4938705"/>
                    <a:pt x="1358862" y="4929815"/>
                  </a:cubicBezTo>
                  <a:cubicBezTo>
                    <a:pt x="1346162" y="4918385"/>
                    <a:pt x="1336002" y="4894255"/>
                    <a:pt x="1337272" y="4877745"/>
                  </a:cubicBezTo>
                  <a:cubicBezTo>
                    <a:pt x="1338542" y="4861235"/>
                    <a:pt x="1355052" y="4854885"/>
                    <a:pt x="1362672" y="4830755"/>
                  </a:cubicBezTo>
                  <a:cubicBezTo>
                    <a:pt x="1382992" y="4767255"/>
                    <a:pt x="1398232" y="4640255"/>
                    <a:pt x="1409662" y="4466265"/>
                  </a:cubicBezTo>
                  <a:cubicBezTo>
                    <a:pt x="1437602" y="4030655"/>
                    <a:pt x="1395692" y="2331395"/>
                    <a:pt x="1408392" y="2176455"/>
                  </a:cubicBezTo>
                  <a:cubicBezTo>
                    <a:pt x="1410932" y="2158675"/>
                    <a:pt x="1409662" y="2157405"/>
                    <a:pt x="1414742" y="2147245"/>
                  </a:cubicBezTo>
                  <a:cubicBezTo>
                    <a:pt x="1419822" y="2137085"/>
                    <a:pt x="1432522" y="2121845"/>
                    <a:pt x="1445222" y="2116765"/>
                  </a:cubicBezTo>
                  <a:cubicBezTo>
                    <a:pt x="1457922" y="2110415"/>
                    <a:pt x="1475702" y="2109145"/>
                    <a:pt x="1489672" y="2114225"/>
                  </a:cubicBezTo>
                  <a:cubicBezTo>
                    <a:pt x="1502372" y="2118035"/>
                    <a:pt x="1513802" y="2123115"/>
                    <a:pt x="1523962" y="2140895"/>
                  </a:cubicBezTo>
                  <a:cubicBezTo>
                    <a:pt x="1551902" y="2194235"/>
                    <a:pt x="1513802" y="2466015"/>
                    <a:pt x="1548092" y="2535865"/>
                  </a:cubicBezTo>
                  <a:cubicBezTo>
                    <a:pt x="1563332" y="2567615"/>
                    <a:pt x="1607782" y="2575235"/>
                    <a:pt x="1611592" y="2593015"/>
                  </a:cubicBezTo>
                  <a:cubicBezTo>
                    <a:pt x="1612862" y="2605715"/>
                    <a:pt x="1600162" y="2620955"/>
                    <a:pt x="1590002" y="2628575"/>
                  </a:cubicBezTo>
                  <a:cubicBezTo>
                    <a:pt x="1579842" y="2637465"/>
                    <a:pt x="1563332" y="2642545"/>
                    <a:pt x="1550632" y="2641275"/>
                  </a:cubicBezTo>
                  <a:cubicBezTo>
                    <a:pt x="1537932" y="2641275"/>
                    <a:pt x="1522692" y="2634925"/>
                    <a:pt x="1512532" y="2626035"/>
                  </a:cubicBezTo>
                  <a:cubicBezTo>
                    <a:pt x="1503642" y="2617145"/>
                    <a:pt x="1497292" y="2608255"/>
                    <a:pt x="1494752" y="2587935"/>
                  </a:cubicBezTo>
                  <a:cubicBezTo>
                    <a:pt x="1487132" y="2523165"/>
                    <a:pt x="1564602" y="2290755"/>
                    <a:pt x="1576032" y="2151055"/>
                  </a:cubicBezTo>
                  <a:cubicBezTo>
                    <a:pt x="1586192" y="2021515"/>
                    <a:pt x="1574762" y="1871655"/>
                    <a:pt x="1565872" y="1776405"/>
                  </a:cubicBezTo>
                  <a:cubicBezTo>
                    <a:pt x="1560792" y="1717985"/>
                    <a:pt x="1537932" y="1665915"/>
                    <a:pt x="1544282" y="1635435"/>
                  </a:cubicBezTo>
                  <a:cubicBezTo>
                    <a:pt x="1548092" y="1618925"/>
                    <a:pt x="1556982" y="1608765"/>
                    <a:pt x="1568412" y="1601145"/>
                  </a:cubicBezTo>
                  <a:cubicBezTo>
                    <a:pt x="1578572" y="1593525"/>
                    <a:pt x="1597622" y="1589715"/>
                    <a:pt x="1609052" y="1590985"/>
                  </a:cubicBezTo>
                  <a:cubicBezTo>
                    <a:pt x="1619212" y="1590985"/>
                    <a:pt x="1628102" y="1593525"/>
                    <a:pt x="1635722" y="1601145"/>
                  </a:cubicBezTo>
                  <a:cubicBezTo>
                    <a:pt x="1647152" y="1610035"/>
                    <a:pt x="1661122" y="1629085"/>
                    <a:pt x="1661122" y="1649405"/>
                  </a:cubicBezTo>
                  <a:cubicBezTo>
                    <a:pt x="1663662" y="1684965"/>
                    <a:pt x="1623022" y="1730685"/>
                    <a:pt x="1603972" y="1790375"/>
                  </a:cubicBezTo>
                  <a:cubicBezTo>
                    <a:pt x="1573492" y="1883085"/>
                    <a:pt x="1541742" y="2006275"/>
                    <a:pt x="1513802" y="2158675"/>
                  </a:cubicBezTo>
                  <a:cubicBezTo>
                    <a:pt x="1468082" y="2399975"/>
                    <a:pt x="1423632" y="2998145"/>
                    <a:pt x="1389342" y="3104825"/>
                  </a:cubicBezTo>
                  <a:cubicBezTo>
                    <a:pt x="1381722" y="3128955"/>
                    <a:pt x="1377912" y="3136575"/>
                    <a:pt x="1367752" y="3145465"/>
                  </a:cubicBezTo>
                  <a:cubicBezTo>
                    <a:pt x="1356322" y="3154355"/>
                    <a:pt x="1338542" y="3160705"/>
                    <a:pt x="1324572" y="3160705"/>
                  </a:cubicBezTo>
                  <a:cubicBezTo>
                    <a:pt x="1310602" y="3160705"/>
                    <a:pt x="1292822" y="3154355"/>
                    <a:pt x="1282662" y="3144195"/>
                  </a:cubicBezTo>
                  <a:cubicBezTo>
                    <a:pt x="1271232" y="3135305"/>
                    <a:pt x="1264882" y="3122605"/>
                    <a:pt x="1261072" y="3103555"/>
                  </a:cubicBezTo>
                  <a:cubicBezTo>
                    <a:pt x="1255992" y="3069265"/>
                    <a:pt x="1268692" y="2999415"/>
                    <a:pt x="1283932" y="2943535"/>
                  </a:cubicBezTo>
                  <a:cubicBezTo>
                    <a:pt x="1301712" y="2880035"/>
                    <a:pt x="1343622" y="2833045"/>
                    <a:pt x="1371562" y="2745415"/>
                  </a:cubicBezTo>
                  <a:cubicBezTo>
                    <a:pt x="1419822" y="2591745"/>
                    <a:pt x="1468082" y="2170105"/>
                    <a:pt x="1501102" y="2087555"/>
                  </a:cubicBezTo>
                  <a:cubicBezTo>
                    <a:pt x="1509992" y="2067235"/>
                    <a:pt x="1515072" y="2060885"/>
                    <a:pt x="1523962" y="2053265"/>
                  </a:cubicBezTo>
                  <a:cubicBezTo>
                    <a:pt x="1531582" y="2046915"/>
                    <a:pt x="1540472" y="2041835"/>
                    <a:pt x="1550632" y="2041835"/>
                  </a:cubicBezTo>
                  <a:cubicBezTo>
                    <a:pt x="1565872" y="2041835"/>
                    <a:pt x="1591272" y="2049455"/>
                    <a:pt x="1602702" y="2059615"/>
                  </a:cubicBezTo>
                  <a:cubicBezTo>
                    <a:pt x="1612862" y="2069775"/>
                    <a:pt x="1614132" y="2076125"/>
                    <a:pt x="1619212" y="2098985"/>
                  </a:cubicBezTo>
                  <a:cubicBezTo>
                    <a:pt x="1645882" y="2225985"/>
                    <a:pt x="1610322" y="3159435"/>
                    <a:pt x="1658582" y="3393115"/>
                  </a:cubicBezTo>
                  <a:cubicBezTo>
                    <a:pt x="1677632" y="3483285"/>
                    <a:pt x="1738592" y="3537895"/>
                    <a:pt x="1730972" y="3574725"/>
                  </a:cubicBezTo>
                  <a:cubicBezTo>
                    <a:pt x="1727162" y="3593775"/>
                    <a:pt x="1709382" y="3609015"/>
                    <a:pt x="1694142" y="3612825"/>
                  </a:cubicBezTo>
                  <a:cubicBezTo>
                    <a:pt x="1678902" y="3617905"/>
                    <a:pt x="1653502" y="3612825"/>
                    <a:pt x="1642072" y="3605205"/>
                  </a:cubicBezTo>
                  <a:cubicBezTo>
                    <a:pt x="1630642" y="3597585"/>
                    <a:pt x="1623022" y="3581075"/>
                    <a:pt x="1620482" y="3569645"/>
                  </a:cubicBezTo>
                  <a:cubicBezTo>
                    <a:pt x="1617942" y="3560755"/>
                    <a:pt x="1617942" y="3554405"/>
                    <a:pt x="1621752" y="3542975"/>
                  </a:cubicBezTo>
                  <a:cubicBezTo>
                    <a:pt x="1630642" y="3513765"/>
                    <a:pt x="1678902" y="3464235"/>
                    <a:pt x="1705572" y="3404545"/>
                  </a:cubicBezTo>
                  <a:cubicBezTo>
                    <a:pt x="1747482" y="3308025"/>
                    <a:pt x="1783042" y="3154355"/>
                    <a:pt x="1822412" y="3004495"/>
                  </a:cubicBezTo>
                  <a:cubicBezTo>
                    <a:pt x="1874482" y="2813995"/>
                    <a:pt x="1973542" y="2542215"/>
                    <a:pt x="1982432" y="2352985"/>
                  </a:cubicBezTo>
                  <a:cubicBezTo>
                    <a:pt x="1990052" y="2209475"/>
                    <a:pt x="1911312" y="2025325"/>
                    <a:pt x="1927822" y="1969445"/>
                  </a:cubicBezTo>
                  <a:cubicBezTo>
                    <a:pt x="1934172" y="1951665"/>
                    <a:pt x="1944332" y="1945315"/>
                    <a:pt x="1955762" y="1938965"/>
                  </a:cubicBezTo>
                  <a:cubicBezTo>
                    <a:pt x="1967192" y="1932615"/>
                    <a:pt x="1983702" y="1931345"/>
                    <a:pt x="1996402" y="1933885"/>
                  </a:cubicBezTo>
                  <a:cubicBezTo>
                    <a:pt x="2009102" y="1936425"/>
                    <a:pt x="2023072" y="1946585"/>
                    <a:pt x="2029422" y="1956745"/>
                  </a:cubicBezTo>
                  <a:cubicBezTo>
                    <a:pt x="2037042" y="1966905"/>
                    <a:pt x="2042122" y="1978335"/>
                    <a:pt x="2039582" y="1996115"/>
                  </a:cubicBezTo>
                  <a:cubicBezTo>
                    <a:pt x="2035772" y="2039295"/>
                    <a:pt x="1977352" y="2116765"/>
                    <a:pt x="1941792" y="2200585"/>
                  </a:cubicBezTo>
                  <a:cubicBezTo>
                    <a:pt x="1888452" y="2326315"/>
                    <a:pt x="1817332" y="2499035"/>
                    <a:pt x="1761452" y="2680645"/>
                  </a:cubicBezTo>
                  <a:cubicBezTo>
                    <a:pt x="1691602" y="2906705"/>
                    <a:pt x="1605242" y="3224205"/>
                    <a:pt x="1569682" y="3459155"/>
                  </a:cubicBezTo>
                  <a:cubicBezTo>
                    <a:pt x="1541742" y="3649655"/>
                    <a:pt x="1512532" y="3869365"/>
                    <a:pt x="1539202" y="3983665"/>
                  </a:cubicBezTo>
                  <a:cubicBezTo>
                    <a:pt x="1554442" y="4043355"/>
                    <a:pt x="1617942" y="4083995"/>
                    <a:pt x="1614132" y="4111935"/>
                  </a:cubicBezTo>
                  <a:cubicBezTo>
                    <a:pt x="1612862" y="4125905"/>
                    <a:pt x="1597622" y="4136065"/>
                    <a:pt x="1586192" y="4141145"/>
                  </a:cubicBezTo>
                  <a:cubicBezTo>
                    <a:pt x="1576032" y="4146225"/>
                    <a:pt x="1558252" y="4147495"/>
                    <a:pt x="1546822" y="4144955"/>
                  </a:cubicBezTo>
                  <a:cubicBezTo>
                    <a:pt x="1534122" y="4141145"/>
                    <a:pt x="1520152" y="4132255"/>
                    <a:pt x="1513802" y="4120825"/>
                  </a:cubicBezTo>
                  <a:cubicBezTo>
                    <a:pt x="1506182" y="4108125"/>
                    <a:pt x="1504912" y="4090345"/>
                    <a:pt x="1508722" y="4067485"/>
                  </a:cubicBezTo>
                  <a:cubicBezTo>
                    <a:pt x="1516342" y="4026845"/>
                    <a:pt x="1564602" y="3967155"/>
                    <a:pt x="1596352" y="3897305"/>
                  </a:cubicBezTo>
                  <a:cubicBezTo>
                    <a:pt x="1644612" y="3793165"/>
                    <a:pt x="1700492" y="3652195"/>
                    <a:pt x="1761452" y="3498525"/>
                  </a:cubicBezTo>
                  <a:cubicBezTo>
                    <a:pt x="1841462" y="3290245"/>
                    <a:pt x="1963382" y="3007035"/>
                    <a:pt x="2029422" y="2760655"/>
                  </a:cubicBezTo>
                  <a:cubicBezTo>
                    <a:pt x="2092922" y="2524435"/>
                    <a:pt x="2156422" y="2239955"/>
                    <a:pt x="2153882" y="2050725"/>
                  </a:cubicBezTo>
                  <a:cubicBezTo>
                    <a:pt x="2152612" y="1923725"/>
                    <a:pt x="2081492" y="1784025"/>
                    <a:pt x="2091652" y="1733225"/>
                  </a:cubicBezTo>
                  <a:cubicBezTo>
                    <a:pt x="2094192" y="1715445"/>
                    <a:pt x="2103082" y="1706555"/>
                    <a:pt x="2113242" y="1698935"/>
                  </a:cubicBezTo>
                  <a:cubicBezTo>
                    <a:pt x="2123402" y="1691315"/>
                    <a:pt x="2139912" y="1687505"/>
                    <a:pt x="2152612" y="1688775"/>
                  </a:cubicBezTo>
                  <a:cubicBezTo>
                    <a:pt x="2165312" y="1690045"/>
                    <a:pt x="2180552" y="1697665"/>
                    <a:pt x="2189442" y="1706555"/>
                  </a:cubicBezTo>
                  <a:cubicBezTo>
                    <a:pt x="2197062" y="1716715"/>
                    <a:pt x="2203412" y="1725605"/>
                    <a:pt x="2203412" y="1744655"/>
                  </a:cubicBezTo>
                  <a:cubicBezTo>
                    <a:pt x="2205952" y="1801805"/>
                    <a:pt x="2131022" y="1951665"/>
                    <a:pt x="2092922" y="2092635"/>
                  </a:cubicBezTo>
                  <a:cubicBezTo>
                    <a:pt x="2037042" y="2300915"/>
                    <a:pt x="1979892" y="2570155"/>
                    <a:pt x="1916392" y="2876225"/>
                  </a:cubicBezTo>
                  <a:cubicBezTo>
                    <a:pt x="1826222" y="3308025"/>
                    <a:pt x="1666202" y="4009065"/>
                    <a:pt x="1616672" y="4440865"/>
                  </a:cubicBezTo>
                  <a:cubicBezTo>
                    <a:pt x="1582382" y="4741855"/>
                    <a:pt x="1612862" y="5110155"/>
                    <a:pt x="1586192" y="5213025"/>
                  </a:cubicBezTo>
                  <a:cubicBezTo>
                    <a:pt x="1578572" y="5240965"/>
                    <a:pt x="1572222" y="5252395"/>
                    <a:pt x="1560792" y="5262555"/>
                  </a:cubicBezTo>
                  <a:cubicBezTo>
                    <a:pt x="1549362" y="5271445"/>
                    <a:pt x="1531582" y="5273985"/>
                    <a:pt x="1518882" y="5272715"/>
                  </a:cubicBezTo>
                  <a:cubicBezTo>
                    <a:pt x="1508722" y="5272715"/>
                    <a:pt x="1499832" y="5268905"/>
                    <a:pt x="1492212" y="5262555"/>
                  </a:cubicBezTo>
                  <a:cubicBezTo>
                    <a:pt x="1482052" y="5253665"/>
                    <a:pt x="1474432" y="5243505"/>
                    <a:pt x="1466812" y="5213025"/>
                  </a:cubicBezTo>
                  <a:cubicBezTo>
                    <a:pt x="1418552" y="5021255"/>
                    <a:pt x="1465542" y="3474395"/>
                    <a:pt x="1457922" y="2963855"/>
                  </a:cubicBezTo>
                  <a:cubicBezTo>
                    <a:pt x="1454112" y="2700965"/>
                    <a:pt x="1422362" y="2444425"/>
                    <a:pt x="1441412" y="2365685"/>
                  </a:cubicBezTo>
                  <a:cubicBezTo>
                    <a:pt x="1446492" y="2345365"/>
                    <a:pt x="1451572" y="2337745"/>
                    <a:pt x="1460462" y="2328855"/>
                  </a:cubicBezTo>
                  <a:cubicBezTo>
                    <a:pt x="1470622" y="2319965"/>
                    <a:pt x="1487132" y="2314885"/>
                    <a:pt x="1499832" y="2314885"/>
                  </a:cubicBezTo>
                  <a:cubicBezTo>
                    <a:pt x="1512532" y="2314885"/>
                    <a:pt x="1529042" y="2321235"/>
                    <a:pt x="1539202" y="2330125"/>
                  </a:cubicBezTo>
                  <a:cubicBezTo>
                    <a:pt x="1548092" y="2337745"/>
                    <a:pt x="1556982" y="2350445"/>
                    <a:pt x="1558252" y="2366955"/>
                  </a:cubicBezTo>
                  <a:cubicBezTo>
                    <a:pt x="1560792" y="2396165"/>
                    <a:pt x="1531582" y="2441885"/>
                    <a:pt x="1520152" y="2496495"/>
                  </a:cubicBezTo>
                  <a:cubicBezTo>
                    <a:pt x="1501102" y="2584125"/>
                    <a:pt x="1485862" y="2702235"/>
                    <a:pt x="1474432" y="2843205"/>
                  </a:cubicBezTo>
                  <a:cubicBezTo>
                    <a:pt x="1456652" y="3057835"/>
                    <a:pt x="1440142" y="3371525"/>
                    <a:pt x="1445222" y="3663625"/>
                  </a:cubicBezTo>
                  <a:cubicBezTo>
                    <a:pt x="1452842" y="4002715"/>
                    <a:pt x="1459192" y="4527225"/>
                    <a:pt x="1529042" y="4759635"/>
                  </a:cubicBezTo>
                  <a:cubicBezTo>
                    <a:pt x="1564602" y="4877745"/>
                    <a:pt x="1664932" y="4969185"/>
                    <a:pt x="1668742" y="5011095"/>
                  </a:cubicBezTo>
                  <a:cubicBezTo>
                    <a:pt x="1670012" y="5023795"/>
                    <a:pt x="1664932" y="5028875"/>
                    <a:pt x="1659852" y="5036495"/>
                  </a:cubicBezTo>
                  <a:cubicBezTo>
                    <a:pt x="1652232" y="5045385"/>
                    <a:pt x="1639532" y="5056815"/>
                    <a:pt x="1626832" y="5060625"/>
                  </a:cubicBezTo>
                  <a:cubicBezTo>
                    <a:pt x="1614132" y="5063165"/>
                    <a:pt x="1597622" y="5061895"/>
                    <a:pt x="1586192" y="5055545"/>
                  </a:cubicBezTo>
                  <a:cubicBezTo>
                    <a:pt x="1574762" y="5050465"/>
                    <a:pt x="1563332" y="5036495"/>
                    <a:pt x="1558252" y="5026335"/>
                  </a:cubicBezTo>
                  <a:cubicBezTo>
                    <a:pt x="1554442" y="5017445"/>
                    <a:pt x="1554442" y="5012365"/>
                    <a:pt x="1554442" y="4999665"/>
                  </a:cubicBezTo>
                  <a:cubicBezTo>
                    <a:pt x="1558252" y="4955215"/>
                    <a:pt x="1610322" y="4834565"/>
                    <a:pt x="1630642" y="4722805"/>
                  </a:cubicBezTo>
                  <a:cubicBezTo>
                    <a:pt x="1661122" y="4561515"/>
                    <a:pt x="1670012" y="4384985"/>
                    <a:pt x="1691602" y="4115745"/>
                  </a:cubicBezTo>
                  <a:cubicBezTo>
                    <a:pt x="1732242" y="3586155"/>
                    <a:pt x="1771612" y="1927535"/>
                    <a:pt x="1821142" y="1753545"/>
                  </a:cubicBezTo>
                  <a:cubicBezTo>
                    <a:pt x="1827492" y="1730685"/>
                    <a:pt x="1831302" y="1725605"/>
                    <a:pt x="1841462" y="1716715"/>
                  </a:cubicBezTo>
                  <a:cubicBezTo>
                    <a:pt x="1851622" y="1707825"/>
                    <a:pt x="1868132" y="1702745"/>
                    <a:pt x="1880832" y="1702745"/>
                  </a:cubicBezTo>
                  <a:cubicBezTo>
                    <a:pt x="1893532" y="1702745"/>
                    <a:pt x="1910042" y="1709095"/>
                    <a:pt x="1918932" y="1717985"/>
                  </a:cubicBezTo>
                  <a:cubicBezTo>
                    <a:pt x="1929092" y="1726875"/>
                    <a:pt x="1935442" y="1745925"/>
                    <a:pt x="1937982" y="1756085"/>
                  </a:cubicBezTo>
                  <a:cubicBezTo>
                    <a:pt x="1939252" y="1761165"/>
                    <a:pt x="1940522" y="1764975"/>
                    <a:pt x="1937982" y="1770055"/>
                  </a:cubicBezTo>
                  <a:cubicBezTo>
                    <a:pt x="1929092" y="1782755"/>
                    <a:pt x="1873212" y="1780215"/>
                    <a:pt x="1851622" y="1811965"/>
                  </a:cubicBezTo>
                  <a:cubicBezTo>
                    <a:pt x="1799552" y="1889435"/>
                    <a:pt x="1836382" y="2142165"/>
                    <a:pt x="1814792" y="2363145"/>
                  </a:cubicBezTo>
                  <a:cubicBezTo>
                    <a:pt x="1781772" y="2698425"/>
                    <a:pt x="1678902" y="3194995"/>
                    <a:pt x="1653502" y="3631875"/>
                  </a:cubicBezTo>
                  <a:cubicBezTo>
                    <a:pt x="1626832" y="4096695"/>
                    <a:pt x="1710652" y="4947595"/>
                    <a:pt x="1670012" y="5074595"/>
                  </a:cubicBezTo>
                  <a:cubicBezTo>
                    <a:pt x="1662392" y="5096185"/>
                    <a:pt x="1654772" y="5101265"/>
                    <a:pt x="1644612" y="5107615"/>
                  </a:cubicBezTo>
                  <a:cubicBezTo>
                    <a:pt x="1633182" y="5115235"/>
                    <a:pt x="1615402" y="5119045"/>
                    <a:pt x="1602702" y="5116505"/>
                  </a:cubicBezTo>
                  <a:cubicBezTo>
                    <a:pt x="1590002" y="5113965"/>
                    <a:pt x="1574762" y="5105075"/>
                    <a:pt x="1565872" y="5094915"/>
                  </a:cubicBezTo>
                  <a:cubicBezTo>
                    <a:pt x="1556982" y="5084755"/>
                    <a:pt x="1553172" y="5064435"/>
                    <a:pt x="1553172" y="5055545"/>
                  </a:cubicBezTo>
                  <a:cubicBezTo>
                    <a:pt x="1551902" y="5049195"/>
                    <a:pt x="1551902" y="5046655"/>
                    <a:pt x="1554442" y="5040305"/>
                  </a:cubicBezTo>
                  <a:cubicBezTo>
                    <a:pt x="1564602" y="5026335"/>
                    <a:pt x="1615402" y="5018715"/>
                    <a:pt x="1640802" y="4985695"/>
                  </a:cubicBezTo>
                  <a:cubicBezTo>
                    <a:pt x="1685252" y="4924735"/>
                    <a:pt x="1700492" y="4786305"/>
                    <a:pt x="1733512" y="4651685"/>
                  </a:cubicBezTo>
                  <a:cubicBezTo>
                    <a:pt x="1783042" y="4447215"/>
                    <a:pt x="1855432" y="4146225"/>
                    <a:pt x="1890992" y="3879525"/>
                  </a:cubicBezTo>
                  <a:cubicBezTo>
                    <a:pt x="1927822" y="3598855"/>
                    <a:pt x="1950682" y="3207695"/>
                    <a:pt x="1946872" y="3005765"/>
                  </a:cubicBezTo>
                  <a:cubicBezTo>
                    <a:pt x="1945602" y="2899085"/>
                    <a:pt x="1906232" y="2805105"/>
                    <a:pt x="1921472" y="2760655"/>
                  </a:cubicBezTo>
                  <a:cubicBezTo>
                    <a:pt x="1929092" y="2739065"/>
                    <a:pt x="1945602" y="2726365"/>
                    <a:pt x="1960842" y="2721285"/>
                  </a:cubicBezTo>
                  <a:cubicBezTo>
                    <a:pt x="1976082" y="2716205"/>
                    <a:pt x="2001482" y="2722555"/>
                    <a:pt x="2014182" y="2731445"/>
                  </a:cubicBezTo>
                  <a:cubicBezTo>
                    <a:pt x="2025612" y="2739065"/>
                    <a:pt x="2033232" y="2755575"/>
                    <a:pt x="2035772" y="2767005"/>
                  </a:cubicBezTo>
                  <a:cubicBezTo>
                    <a:pt x="2038312" y="2775895"/>
                    <a:pt x="2038312" y="2783515"/>
                    <a:pt x="2034502" y="2794945"/>
                  </a:cubicBezTo>
                  <a:cubicBezTo>
                    <a:pt x="2026882" y="2820345"/>
                    <a:pt x="1992592" y="2855905"/>
                    <a:pt x="1972272" y="2904165"/>
                  </a:cubicBezTo>
                  <a:cubicBezTo>
                    <a:pt x="1936712" y="2984175"/>
                    <a:pt x="1906232" y="3108635"/>
                    <a:pt x="1869402" y="3238175"/>
                  </a:cubicBezTo>
                  <a:cubicBezTo>
                    <a:pt x="1818602" y="3413435"/>
                    <a:pt x="1744942" y="3636955"/>
                    <a:pt x="1705572" y="3861745"/>
                  </a:cubicBezTo>
                  <a:cubicBezTo>
                    <a:pt x="1661122" y="4120825"/>
                    <a:pt x="1616672" y="4464995"/>
                    <a:pt x="1631912" y="4703755"/>
                  </a:cubicBezTo>
                  <a:cubicBezTo>
                    <a:pt x="1644612" y="4885365"/>
                    <a:pt x="1753832" y="5113965"/>
                    <a:pt x="1738592" y="5177465"/>
                  </a:cubicBezTo>
                  <a:cubicBezTo>
                    <a:pt x="1733512" y="5195245"/>
                    <a:pt x="1723352" y="5201595"/>
                    <a:pt x="1711922" y="5207945"/>
                  </a:cubicBezTo>
                  <a:cubicBezTo>
                    <a:pt x="1700492" y="5213025"/>
                    <a:pt x="1683982" y="5215565"/>
                    <a:pt x="1671282" y="5213025"/>
                  </a:cubicBezTo>
                  <a:cubicBezTo>
                    <a:pt x="1658582" y="5209215"/>
                    <a:pt x="1644612" y="5200325"/>
                    <a:pt x="1638262" y="5190165"/>
                  </a:cubicBezTo>
                  <a:cubicBezTo>
                    <a:pt x="1630642" y="5180005"/>
                    <a:pt x="1628102" y="5169845"/>
                    <a:pt x="1628102" y="5150795"/>
                  </a:cubicBezTo>
                  <a:cubicBezTo>
                    <a:pt x="1628102" y="5092375"/>
                    <a:pt x="1695412" y="4948865"/>
                    <a:pt x="1723352" y="4802815"/>
                  </a:cubicBezTo>
                  <a:cubicBezTo>
                    <a:pt x="1769072" y="4569135"/>
                    <a:pt x="1803362" y="4221155"/>
                    <a:pt x="1828762" y="3873175"/>
                  </a:cubicBezTo>
                  <a:cubicBezTo>
                    <a:pt x="1861782" y="3428675"/>
                    <a:pt x="1901152" y="2731445"/>
                    <a:pt x="1882102" y="2354255"/>
                  </a:cubicBezTo>
                  <a:cubicBezTo>
                    <a:pt x="1870672" y="2128195"/>
                    <a:pt x="1784312" y="1889435"/>
                    <a:pt x="1808442" y="1815775"/>
                  </a:cubicBezTo>
                  <a:cubicBezTo>
                    <a:pt x="1816062" y="1792915"/>
                    <a:pt x="1831302" y="1782755"/>
                    <a:pt x="1845272" y="1777675"/>
                  </a:cubicBezTo>
                  <a:cubicBezTo>
                    <a:pt x="1857972" y="1772595"/>
                    <a:pt x="1875752" y="1775135"/>
                    <a:pt x="1885912" y="1778945"/>
                  </a:cubicBezTo>
                  <a:cubicBezTo>
                    <a:pt x="1894802" y="1782755"/>
                    <a:pt x="1902422" y="1787835"/>
                    <a:pt x="1907502" y="1795455"/>
                  </a:cubicBezTo>
                  <a:cubicBezTo>
                    <a:pt x="1915122" y="1808155"/>
                    <a:pt x="1920202" y="1823395"/>
                    <a:pt x="1918932" y="1847525"/>
                  </a:cubicBezTo>
                  <a:cubicBezTo>
                    <a:pt x="1912582" y="1911025"/>
                    <a:pt x="1830032" y="2043105"/>
                    <a:pt x="1781772" y="2180265"/>
                  </a:cubicBezTo>
                  <a:cubicBezTo>
                    <a:pt x="1708112" y="2389815"/>
                    <a:pt x="1611592" y="2693345"/>
                    <a:pt x="1540472" y="2994335"/>
                  </a:cubicBezTo>
                  <a:cubicBezTo>
                    <a:pt x="1455382" y="3353745"/>
                    <a:pt x="1337272" y="3892225"/>
                    <a:pt x="1325842" y="4197025"/>
                  </a:cubicBezTo>
                  <a:cubicBezTo>
                    <a:pt x="1318222" y="4381175"/>
                    <a:pt x="1391882" y="4584375"/>
                    <a:pt x="1370292" y="4644065"/>
                  </a:cubicBezTo>
                  <a:cubicBezTo>
                    <a:pt x="1363942" y="4661845"/>
                    <a:pt x="1352512" y="4668195"/>
                    <a:pt x="1339812" y="4673275"/>
                  </a:cubicBezTo>
                  <a:cubicBezTo>
                    <a:pt x="1328382" y="4678355"/>
                    <a:pt x="1310602" y="4679625"/>
                    <a:pt x="1297902" y="4675815"/>
                  </a:cubicBezTo>
                  <a:cubicBezTo>
                    <a:pt x="1286472" y="4672005"/>
                    <a:pt x="1272502" y="4660575"/>
                    <a:pt x="1264882" y="4649145"/>
                  </a:cubicBezTo>
                  <a:cubicBezTo>
                    <a:pt x="1258532" y="4638985"/>
                    <a:pt x="1253452" y="4623745"/>
                    <a:pt x="1258532" y="4608505"/>
                  </a:cubicBezTo>
                  <a:cubicBezTo>
                    <a:pt x="1264882" y="4580565"/>
                    <a:pt x="1309332" y="4552625"/>
                    <a:pt x="1336002" y="4508175"/>
                  </a:cubicBezTo>
                  <a:cubicBezTo>
                    <a:pt x="1376642" y="4440865"/>
                    <a:pt x="1416012" y="4340535"/>
                    <a:pt x="1461732" y="4228775"/>
                  </a:cubicBezTo>
                  <a:cubicBezTo>
                    <a:pt x="1527772" y="4071295"/>
                    <a:pt x="1606512" y="3870635"/>
                    <a:pt x="1682712" y="3645845"/>
                  </a:cubicBezTo>
                  <a:cubicBezTo>
                    <a:pt x="1785582" y="3346125"/>
                    <a:pt x="1903692" y="2966395"/>
                    <a:pt x="2006562" y="2585395"/>
                  </a:cubicBezTo>
                  <a:cubicBezTo>
                    <a:pt x="2123402" y="2149785"/>
                    <a:pt x="2329142" y="1463985"/>
                    <a:pt x="2335492" y="1170615"/>
                  </a:cubicBezTo>
                  <a:cubicBezTo>
                    <a:pt x="2338032" y="1038535"/>
                    <a:pt x="2270722" y="928045"/>
                    <a:pt x="2282152" y="882325"/>
                  </a:cubicBezTo>
                  <a:cubicBezTo>
                    <a:pt x="2287232" y="864545"/>
                    <a:pt x="2297392" y="856925"/>
                    <a:pt x="2308822" y="851845"/>
                  </a:cubicBezTo>
                  <a:cubicBezTo>
                    <a:pt x="2320252" y="845495"/>
                    <a:pt x="2336762" y="842955"/>
                    <a:pt x="2349462" y="845495"/>
                  </a:cubicBezTo>
                  <a:cubicBezTo>
                    <a:pt x="2360892" y="848035"/>
                    <a:pt x="2374862" y="858195"/>
                    <a:pt x="2382482" y="868355"/>
                  </a:cubicBezTo>
                  <a:cubicBezTo>
                    <a:pt x="2390102" y="878515"/>
                    <a:pt x="2395182" y="887405"/>
                    <a:pt x="2392642" y="907725"/>
                  </a:cubicBezTo>
                  <a:cubicBezTo>
                    <a:pt x="2388832" y="969955"/>
                    <a:pt x="2283422" y="1140135"/>
                    <a:pt x="2221192" y="1298885"/>
                  </a:cubicBezTo>
                  <a:cubicBezTo>
                    <a:pt x="2127212" y="1532565"/>
                    <a:pt x="2006562" y="1839905"/>
                    <a:pt x="1903692" y="2181535"/>
                  </a:cubicBezTo>
                  <a:cubicBezTo>
                    <a:pt x="1767802" y="2634925"/>
                    <a:pt x="1598892" y="3259765"/>
                    <a:pt x="1511262" y="3790625"/>
                  </a:cubicBezTo>
                  <a:cubicBezTo>
                    <a:pt x="1426172" y="4297355"/>
                    <a:pt x="1419822" y="5148255"/>
                    <a:pt x="1374102" y="5298115"/>
                  </a:cubicBezTo>
                  <a:cubicBezTo>
                    <a:pt x="1366482" y="5326055"/>
                    <a:pt x="1361402" y="5336215"/>
                    <a:pt x="1348702" y="5345105"/>
                  </a:cubicBezTo>
                  <a:cubicBezTo>
                    <a:pt x="1334732" y="5353995"/>
                    <a:pt x="1309332" y="5355265"/>
                    <a:pt x="1295362" y="5350185"/>
                  </a:cubicBezTo>
                  <a:cubicBezTo>
                    <a:pt x="1282662" y="5346375"/>
                    <a:pt x="1269962" y="5332405"/>
                    <a:pt x="1264882" y="5322245"/>
                  </a:cubicBezTo>
                  <a:cubicBezTo>
                    <a:pt x="1259802" y="5314625"/>
                    <a:pt x="1255992" y="5307005"/>
                    <a:pt x="1258532" y="5295575"/>
                  </a:cubicBezTo>
                  <a:cubicBezTo>
                    <a:pt x="1262342" y="5268905"/>
                    <a:pt x="1310602" y="5246045"/>
                    <a:pt x="1332192" y="5173655"/>
                  </a:cubicBezTo>
                  <a:cubicBezTo>
                    <a:pt x="1428712" y="4834565"/>
                    <a:pt x="1404582" y="2617145"/>
                    <a:pt x="1384262" y="2078665"/>
                  </a:cubicBezTo>
                  <a:cubicBezTo>
                    <a:pt x="1377912" y="1886895"/>
                    <a:pt x="1336002" y="1749735"/>
                    <a:pt x="1349972" y="1691315"/>
                  </a:cubicBezTo>
                  <a:cubicBezTo>
                    <a:pt x="1353782" y="1672265"/>
                    <a:pt x="1361402" y="1664645"/>
                    <a:pt x="1371562" y="1657025"/>
                  </a:cubicBezTo>
                  <a:cubicBezTo>
                    <a:pt x="1381722" y="1649405"/>
                    <a:pt x="1396962" y="1644325"/>
                    <a:pt x="1409662" y="1645595"/>
                  </a:cubicBezTo>
                  <a:cubicBezTo>
                    <a:pt x="1422362" y="1646865"/>
                    <a:pt x="1437602" y="1653215"/>
                    <a:pt x="1446492" y="1663375"/>
                  </a:cubicBezTo>
                  <a:cubicBezTo>
                    <a:pt x="1455382" y="1672265"/>
                    <a:pt x="1459192" y="1681155"/>
                    <a:pt x="1463002" y="1700205"/>
                  </a:cubicBezTo>
                  <a:cubicBezTo>
                    <a:pt x="1471892" y="1748465"/>
                    <a:pt x="1455382" y="1844985"/>
                    <a:pt x="1457922" y="1975795"/>
                  </a:cubicBezTo>
                  <a:cubicBezTo>
                    <a:pt x="1463002" y="2303455"/>
                    <a:pt x="1504912" y="3173405"/>
                    <a:pt x="1548092" y="3697915"/>
                  </a:cubicBezTo>
                  <a:cubicBezTo>
                    <a:pt x="1583652" y="4139875"/>
                    <a:pt x="1588732" y="4688515"/>
                    <a:pt x="1685252" y="4917115"/>
                  </a:cubicBezTo>
                  <a:cubicBezTo>
                    <a:pt x="1729702" y="5022525"/>
                    <a:pt x="1844002" y="5082215"/>
                    <a:pt x="1850352" y="5119045"/>
                  </a:cubicBezTo>
                  <a:cubicBezTo>
                    <a:pt x="1852892" y="5130475"/>
                    <a:pt x="1847812" y="5136825"/>
                    <a:pt x="1841462" y="5144445"/>
                  </a:cubicBezTo>
                  <a:cubicBezTo>
                    <a:pt x="1835112" y="5153335"/>
                    <a:pt x="1819872" y="5164765"/>
                    <a:pt x="1808442" y="5168575"/>
                  </a:cubicBezTo>
                  <a:cubicBezTo>
                    <a:pt x="1799552" y="5171115"/>
                    <a:pt x="1790662" y="5172385"/>
                    <a:pt x="1781772" y="5169845"/>
                  </a:cubicBezTo>
                  <a:cubicBezTo>
                    <a:pt x="1770342" y="5166035"/>
                    <a:pt x="1755102" y="5157145"/>
                    <a:pt x="1747482" y="5146985"/>
                  </a:cubicBezTo>
                  <a:cubicBezTo>
                    <a:pt x="1739862" y="5136825"/>
                    <a:pt x="1737322" y="5127935"/>
                    <a:pt x="1736052" y="5107615"/>
                  </a:cubicBezTo>
                  <a:cubicBezTo>
                    <a:pt x="1732242" y="5051735"/>
                    <a:pt x="1766532" y="4912035"/>
                    <a:pt x="1781772" y="4781225"/>
                  </a:cubicBezTo>
                  <a:cubicBezTo>
                    <a:pt x="1803362" y="4585645"/>
                    <a:pt x="1827492" y="4336725"/>
                    <a:pt x="1847812" y="4052245"/>
                  </a:cubicBezTo>
                  <a:cubicBezTo>
                    <a:pt x="1875752" y="3653465"/>
                    <a:pt x="1901152" y="3107365"/>
                    <a:pt x="1925282" y="2610795"/>
                  </a:cubicBezTo>
                  <a:cubicBezTo>
                    <a:pt x="1949412" y="2081205"/>
                    <a:pt x="2012912" y="1368735"/>
                    <a:pt x="1988782" y="968685"/>
                  </a:cubicBezTo>
                  <a:cubicBezTo>
                    <a:pt x="1974812" y="736275"/>
                    <a:pt x="1888452" y="496245"/>
                    <a:pt x="1899882" y="421315"/>
                  </a:cubicBezTo>
                  <a:cubicBezTo>
                    <a:pt x="1902422" y="400995"/>
                    <a:pt x="1908772" y="393375"/>
                    <a:pt x="1918932" y="384485"/>
                  </a:cubicBezTo>
                  <a:cubicBezTo>
                    <a:pt x="1927822" y="376865"/>
                    <a:pt x="1944332" y="370515"/>
                    <a:pt x="1957032" y="370515"/>
                  </a:cubicBezTo>
                  <a:cubicBezTo>
                    <a:pt x="1969732" y="370515"/>
                    <a:pt x="1984972" y="375595"/>
                    <a:pt x="1995132" y="384485"/>
                  </a:cubicBezTo>
                  <a:cubicBezTo>
                    <a:pt x="2004022" y="392105"/>
                    <a:pt x="2011642" y="399725"/>
                    <a:pt x="2014182" y="420045"/>
                  </a:cubicBezTo>
                  <a:cubicBezTo>
                    <a:pt x="2026882" y="493705"/>
                    <a:pt x="1959572" y="704525"/>
                    <a:pt x="1925282" y="961065"/>
                  </a:cubicBezTo>
                  <a:cubicBezTo>
                    <a:pt x="1842732" y="1588445"/>
                    <a:pt x="1526502" y="3841425"/>
                    <a:pt x="1598892" y="4207185"/>
                  </a:cubicBezTo>
                  <a:cubicBezTo>
                    <a:pt x="1615402" y="4287195"/>
                    <a:pt x="1673822" y="4313865"/>
                    <a:pt x="1672552" y="4344345"/>
                  </a:cubicBezTo>
                  <a:cubicBezTo>
                    <a:pt x="1672552" y="4359585"/>
                    <a:pt x="1661122" y="4371015"/>
                    <a:pt x="1650962" y="4378635"/>
                  </a:cubicBezTo>
                  <a:cubicBezTo>
                    <a:pt x="1640802" y="4386255"/>
                    <a:pt x="1624292" y="4390065"/>
                    <a:pt x="1611592" y="4388795"/>
                  </a:cubicBezTo>
                  <a:cubicBezTo>
                    <a:pt x="1598892" y="4387525"/>
                    <a:pt x="1583652" y="4379905"/>
                    <a:pt x="1574762" y="4371015"/>
                  </a:cubicBezTo>
                  <a:cubicBezTo>
                    <a:pt x="1567142" y="4362125"/>
                    <a:pt x="1560792" y="4351965"/>
                    <a:pt x="1559522" y="4334185"/>
                  </a:cubicBezTo>
                  <a:cubicBezTo>
                    <a:pt x="1556982" y="4282115"/>
                    <a:pt x="1611592" y="4175435"/>
                    <a:pt x="1644612" y="4042085"/>
                  </a:cubicBezTo>
                  <a:cubicBezTo>
                    <a:pt x="1713192" y="3763955"/>
                    <a:pt x="1863052" y="3098475"/>
                    <a:pt x="1913852" y="2733985"/>
                  </a:cubicBezTo>
                  <a:cubicBezTo>
                    <a:pt x="1949412" y="2476175"/>
                    <a:pt x="1931632" y="2147245"/>
                    <a:pt x="1962112" y="2067235"/>
                  </a:cubicBezTo>
                  <a:cubicBezTo>
                    <a:pt x="1969732" y="2046915"/>
                    <a:pt x="1976082" y="2039295"/>
                    <a:pt x="1987512" y="2032945"/>
                  </a:cubicBezTo>
                  <a:cubicBezTo>
                    <a:pt x="1997672" y="2025325"/>
                    <a:pt x="2016722" y="2022785"/>
                    <a:pt x="2028152" y="2024055"/>
                  </a:cubicBezTo>
                  <a:cubicBezTo>
                    <a:pt x="2038312" y="2025325"/>
                    <a:pt x="2047202" y="2029135"/>
                    <a:pt x="2054822" y="2035485"/>
                  </a:cubicBezTo>
                  <a:cubicBezTo>
                    <a:pt x="2063712" y="2044375"/>
                    <a:pt x="2071332" y="2049455"/>
                    <a:pt x="2077682" y="2072315"/>
                  </a:cubicBezTo>
                  <a:cubicBezTo>
                    <a:pt x="2105622" y="2181535"/>
                    <a:pt x="2048472" y="2733985"/>
                    <a:pt x="2024342" y="3153085"/>
                  </a:cubicBezTo>
                  <a:cubicBezTo>
                    <a:pt x="1991322" y="3737285"/>
                    <a:pt x="1939252" y="5086025"/>
                    <a:pt x="1890992" y="5248585"/>
                  </a:cubicBezTo>
                  <a:cubicBezTo>
                    <a:pt x="1884642" y="5271445"/>
                    <a:pt x="1880832" y="5276525"/>
                    <a:pt x="1870672" y="5285415"/>
                  </a:cubicBezTo>
                  <a:cubicBezTo>
                    <a:pt x="1860512" y="5293035"/>
                    <a:pt x="1842732" y="5298115"/>
                    <a:pt x="1831302" y="5298115"/>
                  </a:cubicBezTo>
                  <a:cubicBezTo>
                    <a:pt x="1821142" y="5299385"/>
                    <a:pt x="1812252" y="5296845"/>
                    <a:pt x="1803362" y="5290495"/>
                  </a:cubicBezTo>
                  <a:cubicBezTo>
                    <a:pt x="1794472" y="5284145"/>
                    <a:pt x="1784312" y="5275255"/>
                    <a:pt x="1776692" y="5258745"/>
                  </a:cubicBezTo>
                  <a:cubicBezTo>
                    <a:pt x="1763992" y="5230805"/>
                    <a:pt x="1765262" y="5200325"/>
                    <a:pt x="1755102" y="5127935"/>
                  </a:cubicBezTo>
                  <a:cubicBezTo>
                    <a:pt x="1710652" y="4793925"/>
                    <a:pt x="1403312" y="2463475"/>
                    <a:pt x="1450302" y="2276785"/>
                  </a:cubicBezTo>
                  <a:cubicBezTo>
                    <a:pt x="1455382" y="2255195"/>
                    <a:pt x="1463002" y="2250115"/>
                    <a:pt x="1473162" y="2242495"/>
                  </a:cubicBezTo>
                  <a:cubicBezTo>
                    <a:pt x="1483322" y="2236145"/>
                    <a:pt x="1501102" y="2231065"/>
                    <a:pt x="1513802" y="2233605"/>
                  </a:cubicBezTo>
                  <a:cubicBezTo>
                    <a:pt x="1526502" y="2234875"/>
                    <a:pt x="1541742" y="2242495"/>
                    <a:pt x="1549362" y="2252655"/>
                  </a:cubicBezTo>
                  <a:cubicBezTo>
                    <a:pt x="1558252" y="2261545"/>
                    <a:pt x="1565872" y="2274245"/>
                    <a:pt x="1564602" y="2290755"/>
                  </a:cubicBezTo>
                  <a:cubicBezTo>
                    <a:pt x="1562062" y="2321235"/>
                    <a:pt x="1513802" y="2347905"/>
                    <a:pt x="1496022" y="2416485"/>
                  </a:cubicBezTo>
                  <a:cubicBezTo>
                    <a:pt x="1440142" y="2640005"/>
                    <a:pt x="1479512" y="3600125"/>
                    <a:pt x="1501102" y="3931595"/>
                  </a:cubicBezTo>
                  <a:cubicBezTo>
                    <a:pt x="1512532" y="4094155"/>
                    <a:pt x="1563332" y="4238935"/>
                    <a:pt x="1549362" y="4294815"/>
                  </a:cubicBezTo>
                  <a:cubicBezTo>
                    <a:pt x="1544282" y="4313865"/>
                    <a:pt x="1535392" y="4321485"/>
                    <a:pt x="1523962" y="4327835"/>
                  </a:cubicBezTo>
                  <a:cubicBezTo>
                    <a:pt x="1512532" y="4335455"/>
                    <a:pt x="1494752" y="4337995"/>
                    <a:pt x="1482052" y="4336725"/>
                  </a:cubicBezTo>
                  <a:cubicBezTo>
                    <a:pt x="1471892" y="4335455"/>
                    <a:pt x="1463002" y="4330375"/>
                    <a:pt x="1456652" y="4325295"/>
                  </a:cubicBezTo>
                  <a:cubicBezTo>
                    <a:pt x="1449032" y="4320215"/>
                    <a:pt x="1441412" y="4312595"/>
                    <a:pt x="1438872" y="4303705"/>
                  </a:cubicBezTo>
                  <a:cubicBezTo>
                    <a:pt x="1433792" y="4292275"/>
                    <a:pt x="1429982" y="4275765"/>
                    <a:pt x="1435062" y="4261795"/>
                  </a:cubicBezTo>
                  <a:cubicBezTo>
                    <a:pt x="1443952" y="4237665"/>
                    <a:pt x="1483322" y="4231315"/>
                    <a:pt x="1511262" y="4185595"/>
                  </a:cubicBezTo>
                  <a:cubicBezTo>
                    <a:pt x="1611592" y="4016685"/>
                    <a:pt x="1798282" y="3273735"/>
                    <a:pt x="1920202" y="2853365"/>
                  </a:cubicBezTo>
                  <a:cubicBezTo>
                    <a:pt x="2028152" y="2478715"/>
                    <a:pt x="2161502" y="1891975"/>
                    <a:pt x="2209762" y="1784025"/>
                  </a:cubicBezTo>
                  <a:cubicBezTo>
                    <a:pt x="2218652" y="1763705"/>
                    <a:pt x="2221192" y="1757355"/>
                    <a:pt x="2231352" y="1749735"/>
                  </a:cubicBezTo>
                  <a:cubicBezTo>
                    <a:pt x="2241512" y="1742115"/>
                    <a:pt x="2258022" y="1737035"/>
                    <a:pt x="2270722" y="1738305"/>
                  </a:cubicBezTo>
                  <a:cubicBezTo>
                    <a:pt x="2283422" y="1739575"/>
                    <a:pt x="2298662" y="1747195"/>
                    <a:pt x="2307552" y="1756085"/>
                  </a:cubicBezTo>
                  <a:cubicBezTo>
                    <a:pt x="2316442" y="1764975"/>
                    <a:pt x="2324062" y="1777675"/>
                    <a:pt x="2324062" y="1794185"/>
                  </a:cubicBezTo>
                  <a:cubicBezTo>
                    <a:pt x="2322792" y="1825935"/>
                    <a:pt x="2279612" y="1864035"/>
                    <a:pt x="2255482" y="1933885"/>
                  </a:cubicBezTo>
                  <a:cubicBezTo>
                    <a:pt x="2195792" y="2109145"/>
                    <a:pt x="2146262" y="2454585"/>
                    <a:pt x="2059902" y="2899085"/>
                  </a:cubicBezTo>
                  <a:cubicBezTo>
                    <a:pt x="1868132" y="3879525"/>
                    <a:pt x="1278852" y="6895776"/>
                    <a:pt x="1174712" y="7631105"/>
                  </a:cubicBezTo>
                  <a:cubicBezTo>
                    <a:pt x="1142962" y="7853355"/>
                    <a:pt x="1156932" y="8005755"/>
                    <a:pt x="1132802" y="8066715"/>
                  </a:cubicBezTo>
                  <a:cubicBezTo>
                    <a:pt x="1125182" y="8084495"/>
                    <a:pt x="1118832" y="8092115"/>
                    <a:pt x="1107402" y="8098465"/>
                  </a:cubicBezTo>
                  <a:cubicBezTo>
                    <a:pt x="1097242" y="8104815"/>
                    <a:pt x="1080732" y="8108626"/>
                    <a:pt x="1068032" y="8106085"/>
                  </a:cubicBezTo>
                  <a:cubicBezTo>
                    <a:pt x="1055332" y="8104815"/>
                    <a:pt x="1041362" y="8095926"/>
                    <a:pt x="1032472" y="8085765"/>
                  </a:cubicBezTo>
                  <a:cubicBezTo>
                    <a:pt x="1024852" y="8075605"/>
                    <a:pt x="1023582" y="8070526"/>
                    <a:pt x="1021042" y="8047665"/>
                  </a:cubicBezTo>
                  <a:cubicBezTo>
                    <a:pt x="1000722" y="7899076"/>
                    <a:pt x="1076922" y="7025315"/>
                    <a:pt x="1104862" y="6344595"/>
                  </a:cubicBezTo>
                  <a:cubicBezTo>
                    <a:pt x="1146772" y="5322245"/>
                    <a:pt x="1259802" y="3106095"/>
                    <a:pt x="1228052" y="2507925"/>
                  </a:cubicBezTo>
                  <a:cubicBezTo>
                    <a:pt x="1219162" y="2322505"/>
                    <a:pt x="1168362" y="2204395"/>
                    <a:pt x="1178522" y="2147245"/>
                  </a:cubicBezTo>
                  <a:cubicBezTo>
                    <a:pt x="1181062" y="2128195"/>
                    <a:pt x="1187412" y="2119305"/>
                    <a:pt x="1196302" y="2110415"/>
                  </a:cubicBezTo>
                  <a:cubicBezTo>
                    <a:pt x="1206462" y="2102795"/>
                    <a:pt x="1221702" y="2096445"/>
                    <a:pt x="1234402" y="2096445"/>
                  </a:cubicBezTo>
                  <a:cubicBezTo>
                    <a:pt x="1247102" y="2096445"/>
                    <a:pt x="1263612" y="2101525"/>
                    <a:pt x="1272502" y="2110415"/>
                  </a:cubicBezTo>
                  <a:cubicBezTo>
                    <a:pt x="1282662" y="2118035"/>
                    <a:pt x="1289012" y="2125655"/>
                    <a:pt x="1292822" y="2145975"/>
                  </a:cubicBezTo>
                  <a:cubicBezTo>
                    <a:pt x="1304252" y="2222175"/>
                    <a:pt x="1210272" y="2505385"/>
                    <a:pt x="1175982" y="2728905"/>
                  </a:cubicBezTo>
                  <a:cubicBezTo>
                    <a:pt x="1128992" y="3028625"/>
                    <a:pt x="1075652" y="3518845"/>
                    <a:pt x="1057872" y="3785545"/>
                  </a:cubicBezTo>
                  <a:cubicBezTo>
                    <a:pt x="1047712" y="3948105"/>
                    <a:pt x="1076922" y="4125905"/>
                    <a:pt x="1051522" y="4179245"/>
                  </a:cubicBezTo>
                  <a:cubicBezTo>
                    <a:pt x="1043902" y="4197025"/>
                    <a:pt x="1032472" y="4202105"/>
                    <a:pt x="1021042" y="4205915"/>
                  </a:cubicBezTo>
                  <a:cubicBezTo>
                    <a:pt x="1012152" y="4209725"/>
                    <a:pt x="1003262" y="4210995"/>
                    <a:pt x="994372" y="4209725"/>
                  </a:cubicBezTo>
                  <a:cubicBezTo>
                    <a:pt x="982942" y="4207185"/>
                    <a:pt x="966432" y="4199565"/>
                    <a:pt x="957542" y="4190675"/>
                  </a:cubicBezTo>
                  <a:cubicBezTo>
                    <a:pt x="949922" y="4180515"/>
                    <a:pt x="947382" y="4174165"/>
                    <a:pt x="943572" y="4152575"/>
                  </a:cubicBezTo>
                  <a:cubicBezTo>
                    <a:pt x="921982" y="4026845"/>
                    <a:pt x="921982" y="3154355"/>
                    <a:pt x="953732" y="2863525"/>
                  </a:cubicBezTo>
                  <a:cubicBezTo>
                    <a:pt x="968972" y="2712395"/>
                    <a:pt x="975322" y="2591745"/>
                    <a:pt x="1023582" y="2521895"/>
                  </a:cubicBezTo>
                  <a:cubicBezTo>
                    <a:pt x="1056602" y="2474905"/>
                    <a:pt x="1098512" y="2469825"/>
                    <a:pt x="1154392" y="2439345"/>
                  </a:cubicBezTo>
                  <a:cubicBezTo>
                    <a:pt x="1247102" y="2391085"/>
                    <a:pt x="1513802" y="2255195"/>
                    <a:pt x="1537932" y="2274245"/>
                  </a:cubicBezTo>
                  <a:cubicBezTo>
                    <a:pt x="1545552" y="2280595"/>
                    <a:pt x="1536662" y="2303455"/>
                    <a:pt x="1530312" y="2314885"/>
                  </a:cubicBezTo>
                  <a:cubicBezTo>
                    <a:pt x="1523962" y="2325045"/>
                    <a:pt x="1509992" y="2335205"/>
                    <a:pt x="1497292" y="2339015"/>
                  </a:cubicBezTo>
                  <a:cubicBezTo>
                    <a:pt x="1484592" y="2342825"/>
                    <a:pt x="1468082" y="2342825"/>
                    <a:pt x="1456652" y="2336475"/>
                  </a:cubicBezTo>
                  <a:cubicBezTo>
                    <a:pt x="1442682" y="2328855"/>
                    <a:pt x="1435062" y="2290755"/>
                    <a:pt x="1423632" y="2293295"/>
                  </a:cubicBezTo>
                  <a:cubicBezTo>
                    <a:pt x="1374102" y="2304725"/>
                    <a:pt x="1283932" y="3184835"/>
                    <a:pt x="1236942" y="3285165"/>
                  </a:cubicBezTo>
                  <a:cubicBezTo>
                    <a:pt x="1228052" y="3304215"/>
                    <a:pt x="1221702" y="3310565"/>
                    <a:pt x="1211542" y="3316915"/>
                  </a:cubicBezTo>
                  <a:cubicBezTo>
                    <a:pt x="1203922" y="3321995"/>
                    <a:pt x="1195032" y="3324535"/>
                    <a:pt x="1184872" y="3324535"/>
                  </a:cubicBezTo>
                  <a:cubicBezTo>
                    <a:pt x="1173442" y="3324535"/>
                    <a:pt x="1155662" y="3319455"/>
                    <a:pt x="1145502" y="3311835"/>
                  </a:cubicBezTo>
                  <a:cubicBezTo>
                    <a:pt x="1135342" y="3304215"/>
                    <a:pt x="1128992" y="3297865"/>
                    <a:pt x="1125182" y="3276275"/>
                  </a:cubicBezTo>
                  <a:cubicBezTo>
                    <a:pt x="1102322" y="3173405"/>
                    <a:pt x="1221702" y="2563805"/>
                    <a:pt x="1211542" y="2307265"/>
                  </a:cubicBezTo>
                  <a:cubicBezTo>
                    <a:pt x="1205192" y="2137085"/>
                    <a:pt x="1137882" y="1949125"/>
                    <a:pt x="1140422" y="1883085"/>
                  </a:cubicBezTo>
                  <a:cubicBezTo>
                    <a:pt x="1141692" y="1862765"/>
                    <a:pt x="1144232" y="1853875"/>
                    <a:pt x="1151852" y="1843715"/>
                  </a:cubicBezTo>
                  <a:cubicBezTo>
                    <a:pt x="1159472" y="1833555"/>
                    <a:pt x="1174712" y="1823395"/>
                    <a:pt x="1187412" y="1820855"/>
                  </a:cubicBezTo>
                  <a:cubicBezTo>
                    <a:pt x="1200112" y="1818315"/>
                    <a:pt x="1216622" y="1819585"/>
                    <a:pt x="1228052" y="1827205"/>
                  </a:cubicBezTo>
                  <a:cubicBezTo>
                    <a:pt x="1240752" y="1836095"/>
                    <a:pt x="1253452" y="1847525"/>
                    <a:pt x="1257262" y="1872925"/>
                  </a:cubicBezTo>
                  <a:cubicBezTo>
                    <a:pt x="1271232" y="1951665"/>
                    <a:pt x="1131532" y="2396165"/>
                    <a:pt x="1132802" y="2396165"/>
                  </a:cubicBezTo>
                  <a:cubicBezTo>
                    <a:pt x="1132802" y="2396165"/>
                    <a:pt x="1136612" y="2366955"/>
                    <a:pt x="1144232" y="2356795"/>
                  </a:cubicBezTo>
                  <a:cubicBezTo>
                    <a:pt x="1151852" y="2346635"/>
                    <a:pt x="1165822" y="2336475"/>
                    <a:pt x="1178522" y="2333935"/>
                  </a:cubicBezTo>
                  <a:cubicBezTo>
                    <a:pt x="1191222" y="2331395"/>
                    <a:pt x="1209002" y="2332665"/>
                    <a:pt x="1220432" y="2340285"/>
                  </a:cubicBezTo>
                  <a:cubicBezTo>
                    <a:pt x="1233132" y="2349175"/>
                    <a:pt x="1243292" y="2388545"/>
                    <a:pt x="1249642" y="2386005"/>
                  </a:cubicBezTo>
                  <a:cubicBezTo>
                    <a:pt x="1275042" y="2375845"/>
                    <a:pt x="1055332" y="1408105"/>
                    <a:pt x="1074382" y="1297615"/>
                  </a:cubicBezTo>
                  <a:cubicBezTo>
                    <a:pt x="1078192" y="1276025"/>
                    <a:pt x="1085812" y="1269675"/>
                    <a:pt x="1094702" y="1262055"/>
                  </a:cubicBezTo>
                  <a:cubicBezTo>
                    <a:pt x="1104862" y="1253165"/>
                    <a:pt x="1121372" y="1248085"/>
                    <a:pt x="1134072" y="1248085"/>
                  </a:cubicBezTo>
                  <a:cubicBezTo>
                    <a:pt x="1148042" y="1248085"/>
                    <a:pt x="1163282" y="1254435"/>
                    <a:pt x="1173442" y="1263325"/>
                  </a:cubicBezTo>
                  <a:cubicBezTo>
                    <a:pt x="1182332" y="1272215"/>
                    <a:pt x="1187412" y="1278565"/>
                    <a:pt x="1191222" y="1301425"/>
                  </a:cubicBezTo>
                  <a:cubicBezTo>
                    <a:pt x="1214082" y="1422075"/>
                    <a:pt x="1092162" y="2215825"/>
                    <a:pt x="1093432" y="2542215"/>
                  </a:cubicBezTo>
                  <a:cubicBezTo>
                    <a:pt x="1094702" y="2756845"/>
                    <a:pt x="1159472" y="3000685"/>
                    <a:pt x="1140422" y="3071805"/>
                  </a:cubicBezTo>
                  <a:cubicBezTo>
                    <a:pt x="1135342" y="3092125"/>
                    <a:pt x="1127722" y="3099745"/>
                    <a:pt x="1116292" y="3107365"/>
                  </a:cubicBezTo>
                  <a:cubicBezTo>
                    <a:pt x="1104862" y="3114985"/>
                    <a:pt x="1087082" y="3118795"/>
                    <a:pt x="1074382" y="3118795"/>
                  </a:cubicBezTo>
                  <a:cubicBezTo>
                    <a:pt x="1064222" y="3117525"/>
                    <a:pt x="1055332" y="3113715"/>
                    <a:pt x="1047712" y="3108635"/>
                  </a:cubicBezTo>
                  <a:cubicBezTo>
                    <a:pt x="1040092" y="3103555"/>
                    <a:pt x="1032472" y="3095935"/>
                    <a:pt x="1027392" y="3087045"/>
                  </a:cubicBezTo>
                  <a:cubicBezTo>
                    <a:pt x="1022312" y="3075615"/>
                    <a:pt x="1018502" y="3060375"/>
                    <a:pt x="1022312" y="3043865"/>
                  </a:cubicBezTo>
                  <a:cubicBezTo>
                    <a:pt x="1028662" y="3015925"/>
                    <a:pt x="1073112" y="2987985"/>
                    <a:pt x="1093432" y="2939725"/>
                  </a:cubicBezTo>
                  <a:cubicBezTo>
                    <a:pt x="1128992" y="2858445"/>
                    <a:pt x="1145502" y="2733985"/>
                    <a:pt x="1177252" y="2580315"/>
                  </a:cubicBezTo>
                  <a:cubicBezTo>
                    <a:pt x="1233132" y="2309805"/>
                    <a:pt x="1320762" y="1573205"/>
                    <a:pt x="1386802" y="1456365"/>
                  </a:cubicBezTo>
                  <a:cubicBezTo>
                    <a:pt x="1400772" y="1428425"/>
                    <a:pt x="1413472" y="1419535"/>
                    <a:pt x="1431252" y="1415725"/>
                  </a:cubicBezTo>
                  <a:cubicBezTo>
                    <a:pt x="1447762" y="1410645"/>
                    <a:pt x="1471892" y="1414455"/>
                    <a:pt x="1489672" y="1429695"/>
                  </a:cubicBezTo>
                  <a:cubicBezTo>
                    <a:pt x="1523962" y="1457635"/>
                    <a:pt x="1558252" y="1632895"/>
                    <a:pt x="1574762" y="1630355"/>
                  </a:cubicBezTo>
                  <a:cubicBezTo>
                    <a:pt x="1596352" y="1626545"/>
                    <a:pt x="1590002" y="1420805"/>
                    <a:pt x="1590002" y="1311585"/>
                  </a:cubicBezTo>
                  <a:cubicBezTo>
                    <a:pt x="1590002" y="1198555"/>
                    <a:pt x="1602702" y="1042345"/>
                    <a:pt x="1572222" y="962335"/>
                  </a:cubicBezTo>
                  <a:cubicBezTo>
                    <a:pt x="1553172" y="912805"/>
                    <a:pt x="1487132" y="881055"/>
                    <a:pt x="1485862" y="855655"/>
                  </a:cubicBezTo>
                  <a:cubicBezTo>
                    <a:pt x="1485862" y="841685"/>
                    <a:pt x="1499832" y="828985"/>
                    <a:pt x="1509992" y="822635"/>
                  </a:cubicBezTo>
                  <a:cubicBezTo>
                    <a:pt x="1517612" y="816285"/>
                    <a:pt x="1525232" y="813745"/>
                    <a:pt x="1535392" y="812475"/>
                  </a:cubicBezTo>
                  <a:cubicBezTo>
                    <a:pt x="1546822" y="812475"/>
                    <a:pt x="1564602" y="816285"/>
                    <a:pt x="1574762" y="823905"/>
                  </a:cubicBezTo>
                  <a:cubicBezTo>
                    <a:pt x="1584922" y="830255"/>
                    <a:pt x="1595082" y="839145"/>
                    <a:pt x="1596352" y="856925"/>
                  </a:cubicBezTo>
                  <a:cubicBezTo>
                    <a:pt x="1603972" y="916615"/>
                    <a:pt x="1507452" y="1096955"/>
                    <a:pt x="1457922" y="1259515"/>
                  </a:cubicBezTo>
                  <a:cubicBezTo>
                    <a:pt x="1384262" y="1500815"/>
                    <a:pt x="1281392" y="1834825"/>
                    <a:pt x="1212812" y="2172645"/>
                  </a:cubicBezTo>
                  <a:cubicBezTo>
                    <a:pt x="1131532" y="2577775"/>
                    <a:pt x="1023582" y="3262305"/>
                    <a:pt x="1028662" y="3530275"/>
                  </a:cubicBezTo>
                  <a:cubicBezTo>
                    <a:pt x="1031202" y="3643305"/>
                    <a:pt x="1075652" y="3725855"/>
                    <a:pt x="1071842" y="3771575"/>
                  </a:cubicBezTo>
                  <a:cubicBezTo>
                    <a:pt x="1069302" y="3789355"/>
                    <a:pt x="1064222" y="3799515"/>
                    <a:pt x="1056602" y="3808405"/>
                  </a:cubicBezTo>
                  <a:cubicBezTo>
                    <a:pt x="1050252" y="3816025"/>
                    <a:pt x="1043902" y="3822375"/>
                    <a:pt x="1033742" y="3823645"/>
                  </a:cubicBezTo>
                  <a:cubicBezTo>
                    <a:pt x="1021042" y="3827455"/>
                    <a:pt x="994372" y="3826185"/>
                    <a:pt x="981672" y="3817295"/>
                  </a:cubicBezTo>
                  <a:cubicBezTo>
                    <a:pt x="968972" y="3808405"/>
                    <a:pt x="961352" y="3793165"/>
                    <a:pt x="957542" y="3770305"/>
                  </a:cubicBezTo>
                  <a:cubicBezTo>
                    <a:pt x="947382" y="3720775"/>
                    <a:pt x="971512" y="3622985"/>
                    <a:pt x="975322" y="3523925"/>
                  </a:cubicBezTo>
                  <a:cubicBezTo>
                    <a:pt x="981672" y="3371525"/>
                    <a:pt x="981672" y="3167055"/>
                    <a:pt x="979132" y="2946075"/>
                  </a:cubicBezTo>
                  <a:cubicBezTo>
                    <a:pt x="976592" y="2648895"/>
                    <a:pt x="970242" y="2215825"/>
                    <a:pt x="949922" y="1902135"/>
                  </a:cubicBezTo>
                  <a:cubicBezTo>
                    <a:pt x="932142" y="1643055"/>
                    <a:pt x="857212" y="1282375"/>
                    <a:pt x="876262" y="1196015"/>
                  </a:cubicBezTo>
                  <a:cubicBezTo>
                    <a:pt x="881342" y="1175695"/>
                    <a:pt x="888962" y="1168075"/>
                    <a:pt x="899122" y="1160455"/>
                  </a:cubicBezTo>
                  <a:cubicBezTo>
                    <a:pt x="909282" y="1152835"/>
                    <a:pt x="925792" y="1147755"/>
                    <a:pt x="939762" y="1149025"/>
                  </a:cubicBezTo>
                  <a:cubicBezTo>
                    <a:pt x="952462" y="1150295"/>
                    <a:pt x="968972" y="1157915"/>
                    <a:pt x="977862" y="1166805"/>
                  </a:cubicBezTo>
                  <a:cubicBezTo>
                    <a:pt x="986752" y="1175695"/>
                    <a:pt x="993102" y="1192205"/>
                    <a:pt x="994372" y="1204905"/>
                  </a:cubicBezTo>
                  <a:cubicBezTo>
                    <a:pt x="995642" y="1218875"/>
                    <a:pt x="985482" y="1223955"/>
                    <a:pt x="981672" y="1248085"/>
                  </a:cubicBezTo>
                  <a:cubicBezTo>
                    <a:pt x="967702" y="1371275"/>
                    <a:pt x="1008342" y="2065965"/>
                    <a:pt x="1037552" y="2419025"/>
                  </a:cubicBezTo>
                  <a:cubicBezTo>
                    <a:pt x="1061682" y="2709855"/>
                    <a:pt x="1150582" y="3121335"/>
                    <a:pt x="1130262" y="3214045"/>
                  </a:cubicBezTo>
                  <a:cubicBezTo>
                    <a:pt x="1126452" y="3235635"/>
                    <a:pt x="1118832" y="3243255"/>
                    <a:pt x="1108672" y="3250875"/>
                  </a:cubicBezTo>
                  <a:cubicBezTo>
                    <a:pt x="1098512" y="3259765"/>
                    <a:pt x="1082002" y="3264845"/>
                    <a:pt x="1068032" y="3263575"/>
                  </a:cubicBezTo>
                  <a:cubicBezTo>
                    <a:pt x="1055332" y="3263575"/>
                    <a:pt x="1038822" y="3257225"/>
                    <a:pt x="1029932" y="3247065"/>
                  </a:cubicBezTo>
                  <a:cubicBezTo>
                    <a:pt x="1018502" y="3235635"/>
                    <a:pt x="1008342" y="3211505"/>
                    <a:pt x="1012152" y="3193725"/>
                  </a:cubicBezTo>
                  <a:cubicBezTo>
                    <a:pt x="1017232" y="3170865"/>
                    <a:pt x="1056602" y="3159435"/>
                    <a:pt x="1073112" y="3126415"/>
                  </a:cubicBezTo>
                  <a:cubicBezTo>
                    <a:pt x="1103592" y="3062915"/>
                    <a:pt x="1103592" y="2961315"/>
                    <a:pt x="1125182" y="2821615"/>
                  </a:cubicBezTo>
                  <a:cubicBezTo>
                    <a:pt x="1173442" y="2523165"/>
                    <a:pt x="1332192" y="1641785"/>
                    <a:pt x="1338542" y="1401755"/>
                  </a:cubicBezTo>
                  <a:cubicBezTo>
                    <a:pt x="1341082" y="1321745"/>
                    <a:pt x="1318222" y="1269675"/>
                    <a:pt x="1324572" y="1240465"/>
                  </a:cubicBezTo>
                  <a:cubicBezTo>
                    <a:pt x="1327112" y="1227765"/>
                    <a:pt x="1330922" y="1222685"/>
                    <a:pt x="1337272" y="1216335"/>
                  </a:cubicBezTo>
                  <a:cubicBezTo>
                    <a:pt x="1346162" y="1208715"/>
                    <a:pt x="1361402" y="1199825"/>
                    <a:pt x="1374102" y="1198555"/>
                  </a:cubicBezTo>
                  <a:cubicBezTo>
                    <a:pt x="1386802" y="1197285"/>
                    <a:pt x="1403312" y="1202365"/>
                    <a:pt x="1413472" y="1209985"/>
                  </a:cubicBezTo>
                  <a:cubicBezTo>
                    <a:pt x="1423632" y="1217605"/>
                    <a:pt x="1432522" y="1227765"/>
                    <a:pt x="1435062" y="1244275"/>
                  </a:cubicBezTo>
                  <a:cubicBezTo>
                    <a:pt x="1442682" y="1282375"/>
                    <a:pt x="1404582" y="1361115"/>
                    <a:pt x="1395692" y="1443665"/>
                  </a:cubicBezTo>
                  <a:cubicBezTo>
                    <a:pt x="1380452" y="1574475"/>
                    <a:pt x="1381722" y="1756085"/>
                    <a:pt x="1377912" y="1956745"/>
                  </a:cubicBezTo>
                  <a:cubicBezTo>
                    <a:pt x="1372832" y="2236145"/>
                    <a:pt x="1366482" y="2671755"/>
                    <a:pt x="1375372" y="2967665"/>
                  </a:cubicBezTo>
                  <a:cubicBezTo>
                    <a:pt x="1381722" y="3197535"/>
                    <a:pt x="1432522" y="3492175"/>
                    <a:pt x="1412202" y="3581075"/>
                  </a:cubicBezTo>
                  <a:cubicBezTo>
                    <a:pt x="1404582" y="3607745"/>
                    <a:pt x="1395692" y="3620445"/>
                    <a:pt x="1382992" y="3629335"/>
                  </a:cubicBezTo>
                  <a:cubicBezTo>
                    <a:pt x="1371562" y="3636955"/>
                    <a:pt x="1355052" y="3639495"/>
                    <a:pt x="1341082" y="3638225"/>
                  </a:cubicBezTo>
                  <a:cubicBezTo>
                    <a:pt x="1328382" y="3635685"/>
                    <a:pt x="1313142" y="3626795"/>
                    <a:pt x="1304252" y="3616635"/>
                  </a:cubicBezTo>
                  <a:cubicBezTo>
                    <a:pt x="1296632" y="3605205"/>
                    <a:pt x="1290282" y="3591235"/>
                    <a:pt x="1291552" y="3575995"/>
                  </a:cubicBezTo>
                  <a:cubicBezTo>
                    <a:pt x="1294092" y="3554405"/>
                    <a:pt x="1322032" y="3541705"/>
                    <a:pt x="1334732" y="3501065"/>
                  </a:cubicBezTo>
                  <a:cubicBezTo>
                    <a:pt x="1374102" y="3365175"/>
                    <a:pt x="1374102" y="2852095"/>
                    <a:pt x="1381722" y="2566345"/>
                  </a:cubicBezTo>
                  <a:cubicBezTo>
                    <a:pt x="1389342" y="2322505"/>
                    <a:pt x="1399502" y="2038025"/>
                    <a:pt x="1386802" y="1890705"/>
                  </a:cubicBezTo>
                  <a:cubicBezTo>
                    <a:pt x="1379182" y="1818315"/>
                    <a:pt x="1346162" y="1762435"/>
                    <a:pt x="1355052" y="1730685"/>
                  </a:cubicBezTo>
                  <a:cubicBezTo>
                    <a:pt x="1360132" y="1715445"/>
                    <a:pt x="1371562" y="1706555"/>
                    <a:pt x="1382992" y="1701475"/>
                  </a:cubicBezTo>
                  <a:cubicBezTo>
                    <a:pt x="1394422" y="1695125"/>
                    <a:pt x="1410932" y="1693855"/>
                    <a:pt x="1423632" y="1697665"/>
                  </a:cubicBezTo>
                  <a:cubicBezTo>
                    <a:pt x="1436332" y="1700205"/>
                    <a:pt x="1449032" y="1710365"/>
                    <a:pt x="1456652" y="1721795"/>
                  </a:cubicBezTo>
                  <a:cubicBezTo>
                    <a:pt x="1463002" y="1731955"/>
                    <a:pt x="1465542" y="1743385"/>
                    <a:pt x="1465542" y="1761165"/>
                  </a:cubicBezTo>
                  <a:cubicBezTo>
                    <a:pt x="1464272" y="1794185"/>
                    <a:pt x="1437602" y="1846255"/>
                    <a:pt x="1423632" y="1907215"/>
                  </a:cubicBezTo>
                  <a:cubicBezTo>
                    <a:pt x="1403312" y="2003735"/>
                    <a:pt x="1388072" y="2138355"/>
                    <a:pt x="1367752" y="2288215"/>
                  </a:cubicBezTo>
                  <a:cubicBezTo>
                    <a:pt x="1338542" y="2500305"/>
                    <a:pt x="1294092" y="2797485"/>
                    <a:pt x="1273772" y="3064185"/>
                  </a:cubicBezTo>
                  <a:cubicBezTo>
                    <a:pt x="1253452" y="3346125"/>
                    <a:pt x="1286472" y="3849045"/>
                    <a:pt x="1247102" y="3937945"/>
                  </a:cubicBezTo>
                  <a:cubicBezTo>
                    <a:pt x="1239482" y="3958265"/>
                    <a:pt x="1229322" y="3963345"/>
                    <a:pt x="1217892" y="3968425"/>
                  </a:cubicBezTo>
                  <a:cubicBezTo>
                    <a:pt x="1205192" y="3973505"/>
                    <a:pt x="1187412" y="3973505"/>
                    <a:pt x="1174712" y="3969695"/>
                  </a:cubicBezTo>
                  <a:cubicBezTo>
                    <a:pt x="1162012" y="3965885"/>
                    <a:pt x="1148042" y="3954455"/>
                    <a:pt x="1141692" y="3943025"/>
                  </a:cubicBezTo>
                  <a:cubicBezTo>
                    <a:pt x="1135342" y="3931595"/>
                    <a:pt x="1132802" y="3916355"/>
                    <a:pt x="1135342" y="3901115"/>
                  </a:cubicBezTo>
                  <a:cubicBezTo>
                    <a:pt x="1137882" y="3884605"/>
                    <a:pt x="1150582" y="3878255"/>
                    <a:pt x="1160742" y="3847775"/>
                  </a:cubicBezTo>
                  <a:cubicBezTo>
                    <a:pt x="1201382" y="3730935"/>
                    <a:pt x="1292822" y="3241985"/>
                    <a:pt x="1349972" y="2937185"/>
                  </a:cubicBezTo>
                  <a:cubicBezTo>
                    <a:pt x="1405852" y="2632385"/>
                    <a:pt x="1479512" y="2265355"/>
                    <a:pt x="1502372" y="2018975"/>
                  </a:cubicBezTo>
                  <a:cubicBezTo>
                    <a:pt x="1517612" y="1852605"/>
                    <a:pt x="1494752" y="1654485"/>
                    <a:pt x="1509992" y="1601145"/>
                  </a:cubicBezTo>
                  <a:cubicBezTo>
                    <a:pt x="1513802" y="1587175"/>
                    <a:pt x="1516342" y="1583365"/>
                    <a:pt x="1522692" y="1577015"/>
                  </a:cubicBezTo>
                  <a:cubicBezTo>
                    <a:pt x="1531582" y="1569395"/>
                    <a:pt x="1548092" y="1561775"/>
                    <a:pt x="1559522" y="1559235"/>
                  </a:cubicBezTo>
                  <a:cubicBezTo>
                    <a:pt x="1569682" y="1557965"/>
                    <a:pt x="1578572" y="1559235"/>
                    <a:pt x="1587462" y="1564315"/>
                  </a:cubicBezTo>
                  <a:cubicBezTo>
                    <a:pt x="1597622" y="1569395"/>
                    <a:pt x="1611592" y="1580825"/>
                    <a:pt x="1616672" y="1592255"/>
                  </a:cubicBezTo>
                  <a:cubicBezTo>
                    <a:pt x="1621752" y="1603685"/>
                    <a:pt x="1623022" y="1615115"/>
                    <a:pt x="1620482" y="1632895"/>
                  </a:cubicBezTo>
                  <a:cubicBezTo>
                    <a:pt x="1614132" y="1668455"/>
                    <a:pt x="1577302" y="1725605"/>
                    <a:pt x="1553172" y="1792915"/>
                  </a:cubicBezTo>
                  <a:cubicBezTo>
                    <a:pt x="1517612" y="1897055"/>
                    <a:pt x="1479512" y="2041835"/>
                    <a:pt x="1437602" y="2204395"/>
                  </a:cubicBezTo>
                  <a:cubicBezTo>
                    <a:pt x="1377912" y="2436805"/>
                    <a:pt x="1286472" y="2796215"/>
                    <a:pt x="1242022" y="3056565"/>
                  </a:cubicBezTo>
                  <a:cubicBezTo>
                    <a:pt x="1205192" y="3275005"/>
                    <a:pt x="1195032" y="3593775"/>
                    <a:pt x="1174712" y="3661085"/>
                  </a:cubicBezTo>
                  <a:cubicBezTo>
                    <a:pt x="1169632" y="3676325"/>
                    <a:pt x="1167092" y="3680135"/>
                    <a:pt x="1162012" y="3686485"/>
                  </a:cubicBezTo>
                  <a:cubicBezTo>
                    <a:pt x="1155662" y="3694105"/>
                    <a:pt x="1148042" y="3700455"/>
                    <a:pt x="1137882" y="3702995"/>
                  </a:cubicBezTo>
                  <a:cubicBezTo>
                    <a:pt x="1126452" y="3706805"/>
                    <a:pt x="1108672" y="3709345"/>
                    <a:pt x="1095972" y="3704265"/>
                  </a:cubicBezTo>
                  <a:cubicBezTo>
                    <a:pt x="1082002" y="3697915"/>
                    <a:pt x="1068032" y="3685215"/>
                    <a:pt x="1059142" y="3663625"/>
                  </a:cubicBezTo>
                  <a:cubicBezTo>
                    <a:pt x="1038822" y="3615365"/>
                    <a:pt x="1059142" y="3498525"/>
                    <a:pt x="1052792" y="3399465"/>
                  </a:cubicBezTo>
                  <a:cubicBezTo>
                    <a:pt x="1043902" y="3272465"/>
                    <a:pt x="1027392" y="3116255"/>
                    <a:pt x="1004532" y="2963855"/>
                  </a:cubicBezTo>
                  <a:cubicBezTo>
                    <a:pt x="979132" y="2793675"/>
                    <a:pt x="953732" y="2530785"/>
                    <a:pt x="905472" y="2425375"/>
                  </a:cubicBezTo>
                  <a:cubicBezTo>
                    <a:pt x="882612" y="2374575"/>
                    <a:pt x="829272" y="2351715"/>
                    <a:pt x="825462" y="2325045"/>
                  </a:cubicBezTo>
                  <a:cubicBezTo>
                    <a:pt x="822922" y="2309805"/>
                    <a:pt x="833082" y="2295835"/>
                    <a:pt x="839432" y="2285675"/>
                  </a:cubicBezTo>
                  <a:cubicBezTo>
                    <a:pt x="845782" y="2278055"/>
                    <a:pt x="853402" y="2272975"/>
                    <a:pt x="863562" y="2270435"/>
                  </a:cubicBezTo>
                  <a:cubicBezTo>
                    <a:pt x="873722" y="2266625"/>
                    <a:pt x="892772" y="2266625"/>
                    <a:pt x="904202" y="2270435"/>
                  </a:cubicBezTo>
                  <a:cubicBezTo>
                    <a:pt x="915632" y="2275515"/>
                    <a:pt x="927062" y="2279325"/>
                    <a:pt x="934682" y="2298375"/>
                  </a:cubicBezTo>
                  <a:cubicBezTo>
                    <a:pt x="971512" y="2378385"/>
                    <a:pt x="963892" y="2966395"/>
                    <a:pt x="941032" y="3057835"/>
                  </a:cubicBezTo>
                  <a:cubicBezTo>
                    <a:pt x="934682" y="3080695"/>
                    <a:pt x="930872" y="3088315"/>
                    <a:pt x="919442" y="3097205"/>
                  </a:cubicBezTo>
                  <a:cubicBezTo>
                    <a:pt x="909282" y="3106095"/>
                    <a:pt x="892772" y="3112445"/>
                    <a:pt x="878802" y="3112445"/>
                  </a:cubicBezTo>
                  <a:cubicBezTo>
                    <a:pt x="864832" y="3112445"/>
                    <a:pt x="848322" y="3104825"/>
                    <a:pt x="838162" y="3095935"/>
                  </a:cubicBezTo>
                  <a:cubicBezTo>
                    <a:pt x="830542" y="3089585"/>
                    <a:pt x="826732" y="3085775"/>
                    <a:pt x="821652" y="3071805"/>
                  </a:cubicBezTo>
                  <a:cubicBezTo>
                    <a:pt x="801332" y="3018465"/>
                    <a:pt x="789902" y="2796215"/>
                    <a:pt x="768312" y="2657785"/>
                  </a:cubicBezTo>
                  <a:cubicBezTo>
                    <a:pt x="746722" y="2516815"/>
                    <a:pt x="720052" y="2368225"/>
                    <a:pt x="690842" y="2234875"/>
                  </a:cubicBezTo>
                  <a:cubicBezTo>
                    <a:pt x="662902" y="2111685"/>
                    <a:pt x="591782" y="1940235"/>
                    <a:pt x="598132" y="1881815"/>
                  </a:cubicBezTo>
                  <a:cubicBezTo>
                    <a:pt x="600672" y="1862765"/>
                    <a:pt x="608292" y="1852605"/>
                    <a:pt x="617182" y="1843715"/>
                  </a:cubicBezTo>
                  <a:cubicBezTo>
                    <a:pt x="624802" y="1836095"/>
                    <a:pt x="632422" y="1832285"/>
                    <a:pt x="642582" y="1829745"/>
                  </a:cubicBezTo>
                  <a:cubicBezTo>
                    <a:pt x="655282" y="1827205"/>
                    <a:pt x="674332" y="1829745"/>
                    <a:pt x="685762" y="1833555"/>
                  </a:cubicBezTo>
                  <a:cubicBezTo>
                    <a:pt x="694652" y="1838635"/>
                    <a:pt x="702272" y="1843715"/>
                    <a:pt x="707352" y="1852605"/>
                  </a:cubicBezTo>
                  <a:cubicBezTo>
                    <a:pt x="713702" y="1862765"/>
                    <a:pt x="717512" y="1876735"/>
                    <a:pt x="717512" y="1894515"/>
                  </a:cubicBezTo>
                  <a:cubicBezTo>
                    <a:pt x="718782" y="1924995"/>
                    <a:pt x="699732" y="1964365"/>
                    <a:pt x="689572" y="2025325"/>
                  </a:cubicBezTo>
                  <a:cubicBezTo>
                    <a:pt x="665442" y="2163755"/>
                    <a:pt x="636232" y="2626035"/>
                    <a:pt x="604482" y="2711125"/>
                  </a:cubicBezTo>
                  <a:cubicBezTo>
                    <a:pt x="596862" y="2732715"/>
                    <a:pt x="591782" y="2739065"/>
                    <a:pt x="580352" y="2747955"/>
                  </a:cubicBezTo>
                  <a:cubicBezTo>
                    <a:pt x="568922" y="2755575"/>
                    <a:pt x="551142" y="2759385"/>
                    <a:pt x="537172" y="2758115"/>
                  </a:cubicBezTo>
                  <a:cubicBezTo>
                    <a:pt x="523202" y="2756845"/>
                    <a:pt x="506692" y="2747955"/>
                    <a:pt x="497802" y="2737795"/>
                  </a:cubicBezTo>
                  <a:cubicBezTo>
                    <a:pt x="488912" y="2727635"/>
                    <a:pt x="483832" y="2716205"/>
                    <a:pt x="482562" y="2697155"/>
                  </a:cubicBezTo>
                  <a:cubicBezTo>
                    <a:pt x="478752" y="2648895"/>
                    <a:pt x="504152" y="2533325"/>
                    <a:pt x="537172" y="2448235"/>
                  </a:cubicBezTo>
                  <a:cubicBezTo>
                    <a:pt x="576542" y="2346635"/>
                    <a:pt x="679412" y="2167565"/>
                    <a:pt x="716242" y="2133275"/>
                  </a:cubicBezTo>
                  <a:cubicBezTo>
                    <a:pt x="727672" y="2124385"/>
                    <a:pt x="732752" y="2123115"/>
                    <a:pt x="742912" y="2120575"/>
                  </a:cubicBezTo>
                  <a:cubicBezTo>
                    <a:pt x="754342" y="2119305"/>
                    <a:pt x="773392" y="2120575"/>
                    <a:pt x="784822" y="2128195"/>
                  </a:cubicBezTo>
                  <a:cubicBezTo>
                    <a:pt x="797522" y="2135815"/>
                    <a:pt x="808952" y="2148515"/>
                    <a:pt x="814032" y="2175185"/>
                  </a:cubicBezTo>
                  <a:cubicBezTo>
                    <a:pt x="834352" y="2257735"/>
                    <a:pt x="773392" y="2675565"/>
                    <a:pt x="753072" y="2742875"/>
                  </a:cubicBezTo>
                  <a:cubicBezTo>
                    <a:pt x="747992" y="2759385"/>
                    <a:pt x="745452" y="2763195"/>
                    <a:pt x="737832" y="2770815"/>
                  </a:cubicBezTo>
                  <a:cubicBezTo>
                    <a:pt x="728942" y="2779705"/>
                    <a:pt x="712432" y="2791135"/>
                    <a:pt x="697192" y="2792405"/>
                  </a:cubicBezTo>
                  <a:cubicBezTo>
                    <a:pt x="680682" y="2793675"/>
                    <a:pt x="654012" y="2782245"/>
                    <a:pt x="641312" y="2770815"/>
                  </a:cubicBezTo>
                  <a:cubicBezTo>
                    <a:pt x="631152" y="2760655"/>
                    <a:pt x="627342" y="2747955"/>
                    <a:pt x="626072" y="2727635"/>
                  </a:cubicBezTo>
                  <a:cubicBezTo>
                    <a:pt x="622262" y="2680645"/>
                    <a:pt x="655282" y="2567615"/>
                    <a:pt x="679412" y="2490145"/>
                  </a:cubicBezTo>
                  <a:cubicBezTo>
                    <a:pt x="702272" y="2412675"/>
                    <a:pt x="726402" y="2339015"/>
                    <a:pt x="764502" y="2265355"/>
                  </a:cubicBezTo>
                  <a:cubicBezTo>
                    <a:pt x="806412" y="2185345"/>
                    <a:pt x="863562" y="2092635"/>
                    <a:pt x="927062" y="2031675"/>
                  </a:cubicBezTo>
                  <a:cubicBezTo>
                    <a:pt x="984212" y="1975795"/>
                    <a:pt x="1069302" y="1914835"/>
                    <a:pt x="1121372" y="1904675"/>
                  </a:cubicBezTo>
                  <a:cubicBezTo>
                    <a:pt x="1150582" y="1899595"/>
                    <a:pt x="1178522" y="1904675"/>
                    <a:pt x="1197572" y="1922455"/>
                  </a:cubicBezTo>
                  <a:cubicBezTo>
                    <a:pt x="1221702" y="1945315"/>
                    <a:pt x="1239482" y="2003735"/>
                    <a:pt x="1233132" y="2045645"/>
                  </a:cubicBezTo>
                  <a:cubicBezTo>
                    <a:pt x="1226782" y="2097715"/>
                    <a:pt x="1172172" y="2177725"/>
                    <a:pt x="1136612" y="2209475"/>
                  </a:cubicBezTo>
                  <a:cubicBezTo>
                    <a:pt x="1113752" y="2229795"/>
                    <a:pt x="1089622" y="2234875"/>
                    <a:pt x="1062952" y="2243765"/>
                  </a:cubicBezTo>
                  <a:cubicBezTo>
                    <a:pt x="1031202" y="2252655"/>
                    <a:pt x="995642" y="2238685"/>
                    <a:pt x="958812" y="2257735"/>
                  </a:cubicBezTo>
                  <a:cubicBezTo>
                    <a:pt x="899122" y="2288215"/>
                    <a:pt x="810222" y="2441885"/>
                    <a:pt x="765772" y="2464745"/>
                  </a:cubicBezTo>
                  <a:cubicBezTo>
                    <a:pt x="747992" y="2473635"/>
                    <a:pt x="734022" y="2471095"/>
                    <a:pt x="722592" y="2469825"/>
                  </a:cubicBezTo>
                  <a:cubicBezTo>
                    <a:pt x="712432" y="2467285"/>
                    <a:pt x="703542" y="2462205"/>
                    <a:pt x="695922" y="2455855"/>
                  </a:cubicBezTo>
                  <a:cubicBezTo>
                    <a:pt x="687032" y="2446965"/>
                    <a:pt x="676872" y="2430455"/>
                    <a:pt x="676872" y="2416485"/>
                  </a:cubicBezTo>
                  <a:cubicBezTo>
                    <a:pt x="675602" y="2399975"/>
                    <a:pt x="678142" y="2383465"/>
                    <a:pt x="697192" y="2363145"/>
                  </a:cubicBezTo>
                  <a:cubicBezTo>
                    <a:pt x="756882" y="2297105"/>
                    <a:pt x="1184872" y="2158675"/>
                    <a:pt x="1245832" y="2081205"/>
                  </a:cubicBezTo>
                  <a:cubicBezTo>
                    <a:pt x="1267422" y="2054535"/>
                    <a:pt x="1250912" y="2017705"/>
                    <a:pt x="1263612" y="2005005"/>
                  </a:cubicBezTo>
                  <a:cubicBezTo>
                    <a:pt x="1273772" y="1996115"/>
                    <a:pt x="1292822" y="1997385"/>
                    <a:pt x="1305522" y="1999925"/>
                  </a:cubicBezTo>
                  <a:cubicBezTo>
                    <a:pt x="1319492" y="2003735"/>
                    <a:pt x="1333462" y="2013895"/>
                    <a:pt x="1341082" y="2024055"/>
                  </a:cubicBezTo>
                  <a:cubicBezTo>
                    <a:pt x="1348702" y="2035485"/>
                    <a:pt x="1352512" y="2053265"/>
                    <a:pt x="1351242" y="2065965"/>
                  </a:cubicBezTo>
                  <a:cubicBezTo>
                    <a:pt x="1351242" y="2074855"/>
                    <a:pt x="1351242" y="2082475"/>
                    <a:pt x="1341082" y="2092635"/>
                  </a:cubicBezTo>
                  <a:cubicBezTo>
                    <a:pt x="1308062" y="2129465"/>
                    <a:pt x="1097242" y="2203125"/>
                    <a:pt x="1008342" y="2257735"/>
                  </a:cubicBezTo>
                  <a:cubicBezTo>
                    <a:pt x="944842" y="2297105"/>
                    <a:pt x="849592" y="2354255"/>
                    <a:pt x="853402" y="2375845"/>
                  </a:cubicBezTo>
                  <a:cubicBezTo>
                    <a:pt x="857212" y="2389815"/>
                    <a:pt x="908012" y="2402515"/>
                    <a:pt x="930872" y="2394895"/>
                  </a:cubicBezTo>
                  <a:cubicBezTo>
                    <a:pt x="957542" y="2384735"/>
                    <a:pt x="985482" y="2342825"/>
                    <a:pt x="996912" y="2305995"/>
                  </a:cubicBezTo>
                  <a:cubicBezTo>
                    <a:pt x="1012152" y="2257735"/>
                    <a:pt x="1000722" y="2184075"/>
                    <a:pt x="990562" y="2121845"/>
                  </a:cubicBezTo>
                  <a:cubicBezTo>
                    <a:pt x="980402" y="2053265"/>
                    <a:pt x="923252" y="1947855"/>
                    <a:pt x="933412" y="1909755"/>
                  </a:cubicBezTo>
                  <a:cubicBezTo>
                    <a:pt x="937222" y="1893245"/>
                    <a:pt x="951192" y="1884355"/>
                    <a:pt x="962622" y="1879275"/>
                  </a:cubicBezTo>
                  <a:cubicBezTo>
                    <a:pt x="975322" y="1872925"/>
                    <a:pt x="993102" y="1871655"/>
                    <a:pt x="1005802" y="1875465"/>
                  </a:cubicBezTo>
                  <a:cubicBezTo>
                    <a:pt x="1018502" y="1879275"/>
                    <a:pt x="1032472" y="1890705"/>
                    <a:pt x="1040092" y="1900865"/>
                  </a:cubicBezTo>
                  <a:cubicBezTo>
                    <a:pt x="1046442" y="1908485"/>
                    <a:pt x="1047712" y="1919915"/>
                    <a:pt x="1048982" y="1928805"/>
                  </a:cubicBezTo>
                  <a:cubicBezTo>
                    <a:pt x="1050252" y="1933885"/>
                    <a:pt x="1052792" y="1937695"/>
                    <a:pt x="1048982" y="1942775"/>
                  </a:cubicBezTo>
                  <a:cubicBezTo>
                    <a:pt x="1038822" y="1958015"/>
                    <a:pt x="956272" y="1963095"/>
                    <a:pt x="932142" y="2001195"/>
                  </a:cubicBezTo>
                  <a:cubicBezTo>
                    <a:pt x="899122" y="2054535"/>
                    <a:pt x="906742" y="2219635"/>
                    <a:pt x="930872" y="2275515"/>
                  </a:cubicBezTo>
                  <a:cubicBezTo>
                    <a:pt x="944842" y="2305995"/>
                    <a:pt x="990562" y="2314885"/>
                    <a:pt x="994372" y="2335205"/>
                  </a:cubicBezTo>
                  <a:cubicBezTo>
                    <a:pt x="998182" y="2351715"/>
                    <a:pt x="982942" y="2374575"/>
                    <a:pt x="971512" y="2384735"/>
                  </a:cubicBezTo>
                  <a:cubicBezTo>
                    <a:pt x="960082" y="2393625"/>
                    <a:pt x="942302" y="2397435"/>
                    <a:pt x="930872" y="2397435"/>
                  </a:cubicBezTo>
                  <a:cubicBezTo>
                    <a:pt x="920712" y="2396165"/>
                    <a:pt x="911822" y="2394895"/>
                    <a:pt x="902932" y="2387275"/>
                  </a:cubicBezTo>
                  <a:cubicBezTo>
                    <a:pt x="891502" y="2378385"/>
                    <a:pt x="877532" y="2359335"/>
                    <a:pt x="874992" y="2340285"/>
                  </a:cubicBezTo>
                  <a:cubicBezTo>
                    <a:pt x="872452" y="2314885"/>
                    <a:pt x="901662" y="2284405"/>
                    <a:pt x="908012" y="2247575"/>
                  </a:cubicBezTo>
                  <a:cubicBezTo>
                    <a:pt x="915632" y="2195505"/>
                    <a:pt x="916902" y="2121845"/>
                    <a:pt x="902932" y="2054535"/>
                  </a:cubicBezTo>
                  <a:cubicBezTo>
                    <a:pt x="886422" y="1971985"/>
                    <a:pt x="793712" y="1838635"/>
                    <a:pt x="798792" y="1791645"/>
                  </a:cubicBezTo>
                  <a:cubicBezTo>
                    <a:pt x="800062" y="1773865"/>
                    <a:pt x="812762" y="1764975"/>
                    <a:pt x="821652" y="1757355"/>
                  </a:cubicBezTo>
                  <a:cubicBezTo>
                    <a:pt x="829272" y="1751005"/>
                    <a:pt x="838162" y="1747195"/>
                    <a:pt x="848322" y="1747195"/>
                  </a:cubicBezTo>
                  <a:cubicBezTo>
                    <a:pt x="861022" y="1745925"/>
                    <a:pt x="878802" y="1749735"/>
                    <a:pt x="890232" y="1756085"/>
                  </a:cubicBezTo>
                  <a:cubicBezTo>
                    <a:pt x="900392" y="1763705"/>
                    <a:pt x="910552" y="1780215"/>
                    <a:pt x="914362" y="1791645"/>
                  </a:cubicBezTo>
                  <a:cubicBezTo>
                    <a:pt x="916902" y="1800535"/>
                    <a:pt x="919442" y="1809425"/>
                    <a:pt x="914362" y="1819585"/>
                  </a:cubicBezTo>
                  <a:cubicBezTo>
                    <a:pt x="905472" y="1839905"/>
                    <a:pt x="853402" y="1852605"/>
                    <a:pt x="830542" y="1885625"/>
                  </a:cubicBezTo>
                  <a:cubicBezTo>
                    <a:pt x="798792" y="1936425"/>
                    <a:pt x="779742" y="2031675"/>
                    <a:pt x="774662" y="2118035"/>
                  </a:cubicBezTo>
                  <a:cubicBezTo>
                    <a:pt x="768312" y="2220905"/>
                    <a:pt x="841972" y="2419025"/>
                    <a:pt x="814032" y="2462205"/>
                  </a:cubicBezTo>
                  <a:cubicBezTo>
                    <a:pt x="802602" y="2479985"/>
                    <a:pt x="777202" y="2482525"/>
                    <a:pt x="760692" y="2479985"/>
                  </a:cubicBezTo>
                  <a:cubicBezTo>
                    <a:pt x="744182" y="2477445"/>
                    <a:pt x="723862" y="2458395"/>
                    <a:pt x="716242" y="2445695"/>
                  </a:cubicBezTo>
                  <a:cubicBezTo>
                    <a:pt x="709892" y="2436805"/>
                    <a:pt x="709892" y="2427915"/>
                    <a:pt x="709892" y="2417755"/>
                  </a:cubicBezTo>
                  <a:cubicBezTo>
                    <a:pt x="712432" y="2405055"/>
                    <a:pt x="716242" y="2387275"/>
                    <a:pt x="727672" y="2378385"/>
                  </a:cubicBezTo>
                  <a:cubicBezTo>
                    <a:pt x="744182" y="2364415"/>
                    <a:pt x="788632" y="2374575"/>
                    <a:pt x="817842" y="2359335"/>
                  </a:cubicBezTo>
                  <a:cubicBezTo>
                    <a:pt x="854672" y="2340285"/>
                    <a:pt x="888962" y="2303455"/>
                    <a:pt x="920712" y="2257735"/>
                  </a:cubicBezTo>
                  <a:cubicBezTo>
                    <a:pt x="965162" y="2191695"/>
                    <a:pt x="1014692" y="2082475"/>
                    <a:pt x="1036282" y="1992305"/>
                  </a:cubicBezTo>
                  <a:cubicBezTo>
                    <a:pt x="1057872" y="1903405"/>
                    <a:pt x="1026122" y="1762435"/>
                    <a:pt x="1052792" y="1721795"/>
                  </a:cubicBezTo>
                  <a:cubicBezTo>
                    <a:pt x="1065492" y="1702745"/>
                    <a:pt x="1087082" y="1696395"/>
                    <a:pt x="1103592" y="1697665"/>
                  </a:cubicBezTo>
                  <a:cubicBezTo>
                    <a:pt x="1120102" y="1697665"/>
                    <a:pt x="1144232" y="1711635"/>
                    <a:pt x="1153122" y="1724335"/>
                  </a:cubicBezTo>
                  <a:cubicBezTo>
                    <a:pt x="1160742" y="1735765"/>
                    <a:pt x="1165822" y="1751005"/>
                    <a:pt x="1162012" y="1766245"/>
                  </a:cubicBezTo>
                  <a:cubicBezTo>
                    <a:pt x="1156932" y="1790375"/>
                    <a:pt x="1115022" y="1804345"/>
                    <a:pt x="1098512" y="1843715"/>
                  </a:cubicBezTo>
                  <a:cubicBezTo>
                    <a:pt x="1062952" y="1922455"/>
                    <a:pt x="1056602" y="2085015"/>
                    <a:pt x="1037552" y="2246305"/>
                  </a:cubicBezTo>
                  <a:cubicBezTo>
                    <a:pt x="1009612" y="2485065"/>
                    <a:pt x="993102" y="3060375"/>
                    <a:pt x="961352" y="3137845"/>
                  </a:cubicBezTo>
                  <a:cubicBezTo>
                    <a:pt x="955002" y="3151815"/>
                    <a:pt x="951192" y="3154355"/>
                    <a:pt x="943572" y="3159435"/>
                  </a:cubicBezTo>
                  <a:cubicBezTo>
                    <a:pt x="933412" y="3165785"/>
                    <a:pt x="916902" y="3170865"/>
                    <a:pt x="904202" y="3169595"/>
                  </a:cubicBezTo>
                  <a:cubicBezTo>
                    <a:pt x="891502" y="3168325"/>
                    <a:pt x="876262" y="3159435"/>
                    <a:pt x="867372" y="3151815"/>
                  </a:cubicBezTo>
                  <a:cubicBezTo>
                    <a:pt x="861022" y="3145465"/>
                    <a:pt x="858482" y="3142925"/>
                    <a:pt x="854672" y="3127685"/>
                  </a:cubicBezTo>
                  <a:cubicBezTo>
                    <a:pt x="833082" y="3048945"/>
                    <a:pt x="817842" y="2425375"/>
                    <a:pt x="835622" y="2317425"/>
                  </a:cubicBezTo>
                  <a:cubicBezTo>
                    <a:pt x="840702" y="2289485"/>
                    <a:pt x="844512" y="2276785"/>
                    <a:pt x="854672" y="2265355"/>
                  </a:cubicBezTo>
                  <a:cubicBezTo>
                    <a:pt x="864832" y="2256465"/>
                    <a:pt x="880072" y="2250115"/>
                    <a:pt x="894042" y="2250115"/>
                  </a:cubicBezTo>
                  <a:cubicBezTo>
                    <a:pt x="909282" y="2251385"/>
                    <a:pt x="930872" y="2262815"/>
                    <a:pt x="942302" y="2275515"/>
                  </a:cubicBezTo>
                  <a:cubicBezTo>
                    <a:pt x="955002" y="2289485"/>
                    <a:pt x="957542" y="2300915"/>
                    <a:pt x="966432" y="2331395"/>
                  </a:cubicBezTo>
                  <a:cubicBezTo>
                    <a:pt x="996912" y="2445695"/>
                    <a:pt x="1038822" y="2935915"/>
                    <a:pt x="1082002" y="3184835"/>
                  </a:cubicBezTo>
                  <a:cubicBezTo>
                    <a:pt x="1115022" y="3380415"/>
                    <a:pt x="1211542" y="3642035"/>
                    <a:pt x="1189952" y="3705535"/>
                  </a:cubicBezTo>
                  <a:cubicBezTo>
                    <a:pt x="1184872" y="3722045"/>
                    <a:pt x="1170902" y="3727125"/>
                    <a:pt x="1159472" y="3730935"/>
                  </a:cubicBezTo>
                  <a:cubicBezTo>
                    <a:pt x="1148042" y="3736015"/>
                    <a:pt x="1130262" y="3736015"/>
                    <a:pt x="1118832" y="3730935"/>
                  </a:cubicBezTo>
                  <a:cubicBezTo>
                    <a:pt x="1107402" y="3725855"/>
                    <a:pt x="1094702" y="3713155"/>
                    <a:pt x="1088352" y="3702995"/>
                  </a:cubicBezTo>
                  <a:cubicBezTo>
                    <a:pt x="1084542" y="3695375"/>
                    <a:pt x="1080732" y="3689025"/>
                    <a:pt x="1082002" y="3676325"/>
                  </a:cubicBezTo>
                  <a:cubicBezTo>
                    <a:pt x="1085812" y="3647115"/>
                    <a:pt x="1130262" y="3592505"/>
                    <a:pt x="1154392" y="3527735"/>
                  </a:cubicBezTo>
                  <a:cubicBezTo>
                    <a:pt x="1195032" y="3415975"/>
                    <a:pt x="1236942" y="3244525"/>
                    <a:pt x="1277582" y="3056565"/>
                  </a:cubicBezTo>
                  <a:cubicBezTo>
                    <a:pt x="1337272" y="2787325"/>
                    <a:pt x="1407122" y="2398705"/>
                    <a:pt x="1452842" y="2060885"/>
                  </a:cubicBezTo>
                  <a:cubicBezTo>
                    <a:pt x="1498562" y="1715445"/>
                    <a:pt x="1515072" y="1114735"/>
                    <a:pt x="1548092" y="1006785"/>
                  </a:cubicBezTo>
                  <a:cubicBezTo>
                    <a:pt x="1554442" y="985195"/>
                    <a:pt x="1558252" y="978845"/>
                    <a:pt x="1567142" y="971225"/>
                  </a:cubicBezTo>
                  <a:cubicBezTo>
                    <a:pt x="1577302" y="962335"/>
                    <a:pt x="1592542" y="957255"/>
                    <a:pt x="1605242" y="957255"/>
                  </a:cubicBezTo>
                  <a:cubicBezTo>
                    <a:pt x="1617942" y="957255"/>
                    <a:pt x="1634452" y="963605"/>
                    <a:pt x="1643342" y="971225"/>
                  </a:cubicBezTo>
                  <a:cubicBezTo>
                    <a:pt x="1653502" y="980115"/>
                    <a:pt x="1659852" y="990275"/>
                    <a:pt x="1662392" y="1008055"/>
                  </a:cubicBezTo>
                  <a:cubicBezTo>
                    <a:pt x="1667472" y="1051235"/>
                    <a:pt x="1626832" y="1140135"/>
                    <a:pt x="1610322" y="1235385"/>
                  </a:cubicBezTo>
                  <a:cubicBezTo>
                    <a:pt x="1582382" y="1391595"/>
                    <a:pt x="1555712" y="1610035"/>
                    <a:pt x="1529042" y="1855145"/>
                  </a:cubicBezTo>
                  <a:cubicBezTo>
                    <a:pt x="1489672" y="2209475"/>
                    <a:pt x="1445222" y="2666675"/>
                    <a:pt x="1414742" y="3156895"/>
                  </a:cubicBezTo>
                  <a:cubicBezTo>
                    <a:pt x="1374102" y="3793165"/>
                    <a:pt x="1377912" y="5221915"/>
                    <a:pt x="1327112" y="5351455"/>
                  </a:cubicBezTo>
                  <a:cubicBezTo>
                    <a:pt x="1320762" y="5366695"/>
                    <a:pt x="1316952" y="5367965"/>
                    <a:pt x="1308062" y="5373045"/>
                  </a:cubicBezTo>
                  <a:cubicBezTo>
                    <a:pt x="1297902" y="5379395"/>
                    <a:pt x="1281392" y="5384475"/>
                    <a:pt x="1268692" y="5383205"/>
                  </a:cubicBezTo>
                  <a:cubicBezTo>
                    <a:pt x="1255992" y="5381935"/>
                    <a:pt x="1240752" y="5373045"/>
                    <a:pt x="1231862" y="5364155"/>
                  </a:cubicBezTo>
                  <a:cubicBezTo>
                    <a:pt x="1225512" y="5357805"/>
                    <a:pt x="1224242" y="5352725"/>
                    <a:pt x="1219162" y="5340025"/>
                  </a:cubicBezTo>
                  <a:cubicBezTo>
                    <a:pt x="1202652" y="5294305"/>
                    <a:pt x="1183602" y="5144445"/>
                    <a:pt x="1155662" y="5022525"/>
                  </a:cubicBezTo>
                  <a:cubicBezTo>
                    <a:pt x="1118832" y="4858695"/>
                    <a:pt x="1075652" y="4649145"/>
                    <a:pt x="1009612" y="4443405"/>
                  </a:cubicBezTo>
                  <a:cubicBezTo>
                    <a:pt x="930872" y="4197025"/>
                    <a:pt x="674332" y="3739825"/>
                    <a:pt x="697192" y="3648385"/>
                  </a:cubicBezTo>
                  <a:cubicBezTo>
                    <a:pt x="703542" y="3624255"/>
                    <a:pt x="727672" y="3616635"/>
                    <a:pt x="741642" y="3611555"/>
                  </a:cubicBezTo>
                  <a:cubicBezTo>
                    <a:pt x="750532" y="3609015"/>
                    <a:pt x="760692" y="3610285"/>
                    <a:pt x="769582" y="3612825"/>
                  </a:cubicBezTo>
                  <a:cubicBezTo>
                    <a:pt x="782282" y="3616635"/>
                    <a:pt x="797522" y="3626795"/>
                    <a:pt x="805142" y="3638225"/>
                  </a:cubicBezTo>
                  <a:cubicBezTo>
                    <a:pt x="812762" y="3653465"/>
                    <a:pt x="817842" y="3678865"/>
                    <a:pt x="810222" y="3695375"/>
                  </a:cubicBezTo>
                  <a:cubicBezTo>
                    <a:pt x="796252" y="3719505"/>
                    <a:pt x="732752" y="3724585"/>
                    <a:pt x="706082" y="3755065"/>
                  </a:cubicBezTo>
                  <a:cubicBezTo>
                    <a:pt x="674332" y="3790625"/>
                    <a:pt x="661632" y="3846505"/>
                    <a:pt x="645122" y="3903655"/>
                  </a:cubicBezTo>
                  <a:cubicBezTo>
                    <a:pt x="623532" y="3977315"/>
                    <a:pt x="607022" y="4078915"/>
                    <a:pt x="599402" y="4166545"/>
                  </a:cubicBezTo>
                  <a:cubicBezTo>
                    <a:pt x="593052" y="4250365"/>
                    <a:pt x="619722" y="4377365"/>
                    <a:pt x="599402" y="4415465"/>
                  </a:cubicBezTo>
                  <a:cubicBezTo>
                    <a:pt x="590512" y="4433245"/>
                    <a:pt x="575272" y="4438325"/>
                    <a:pt x="562572" y="4442135"/>
                  </a:cubicBezTo>
                  <a:cubicBezTo>
                    <a:pt x="548602" y="4445945"/>
                    <a:pt x="529552" y="4443405"/>
                    <a:pt x="516852" y="4437055"/>
                  </a:cubicBezTo>
                  <a:cubicBezTo>
                    <a:pt x="504152" y="4430705"/>
                    <a:pt x="492722" y="4416735"/>
                    <a:pt x="487642" y="4402765"/>
                  </a:cubicBezTo>
                  <a:cubicBezTo>
                    <a:pt x="482562" y="4390065"/>
                    <a:pt x="481292" y="4368475"/>
                    <a:pt x="486372" y="4358315"/>
                  </a:cubicBezTo>
                  <a:cubicBezTo>
                    <a:pt x="490182" y="4349425"/>
                    <a:pt x="501612" y="4349425"/>
                    <a:pt x="507962" y="4340535"/>
                  </a:cubicBezTo>
                  <a:cubicBezTo>
                    <a:pt x="521932" y="4320215"/>
                    <a:pt x="530822" y="4283385"/>
                    <a:pt x="546062" y="4236395"/>
                  </a:cubicBezTo>
                  <a:cubicBezTo>
                    <a:pt x="576542" y="4143685"/>
                    <a:pt x="631152" y="3876985"/>
                    <a:pt x="667982" y="3817295"/>
                  </a:cubicBezTo>
                  <a:cubicBezTo>
                    <a:pt x="679412" y="3796975"/>
                    <a:pt x="689572" y="3790625"/>
                    <a:pt x="702272" y="3784275"/>
                  </a:cubicBezTo>
                  <a:cubicBezTo>
                    <a:pt x="712432" y="3779195"/>
                    <a:pt x="722592" y="3776655"/>
                    <a:pt x="734022" y="3779195"/>
                  </a:cubicBezTo>
                  <a:cubicBezTo>
                    <a:pt x="749262" y="3783005"/>
                    <a:pt x="775932" y="3798245"/>
                    <a:pt x="786092" y="3813485"/>
                  </a:cubicBezTo>
                  <a:cubicBezTo>
                    <a:pt x="793712" y="3826185"/>
                    <a:pt x="796252" y="3849045"/>
                    <a:pt x="793712" y="3860475"/>
                  </a:cubicBezTo>
                  <a:cubicBezTo>
                    <a:pt x="791172" y="3868095"/>
                    <a:pt x="781012" y="3868095"/>
                    <a:pt x="775932" y="3878255"/>
                  </a:cubicBezTo>
                  <a:cubicBezTo>
                    <a:pt x="763232" y="3902385"/>
                    <a:pt x="741642" y="3976045"/>
                    <a:pt x="741642" y="4009065"/>
                  </a:cubicBezTo>
                  <a:cubicBezTo>
                    <a:pt x="741642" y="4028115"/>
                    <a:pt x="756882" y="4040815"/>
                    <a:pt x="755612" y="4056055"/>
                  </a:cubicBezTo>
                  <a:cubicBezTo>
                    <a:pt x="753072" y="4071295"/>
                    <a:pt x="744182" y="4090345"/>
                    <a:pt x="734022" y="4100505"/>
                  </a:cubicBezTo>
                  <a:cubicBezTo>
                    <a:pt x="722592" y="4110665"/>
                    <a:pt x="703542" y="4119555"/>
                    <a:pt x="688302" y="4119555"/>
                  </a:cubicBezTo>
                  <a:cubicBezTo>
                    <a:pt x="669252" y="4118285"/>
                    <a:pt x="642582" y="4108125"/>
                    <a:pt x="629882" y="4090345"/>
                  </a:cubicBezTo>
                  <a:cubicBezTo>
                    <a:pt x="612102" y="4064945"/>
                    <a:pt x="607022" y="3991285"/>
                    <a:pt x="618452" y="3964615"/>
                  </a:cubicBezTo>
                  <a:cubicBezTo>
                    <a:pt x="624802" y="3948105"/>
                    <a:pt x="641312" y="3939215"/>
                    <a:pt x="655282" y="3934135"/>
                  </a:cubicBezTo>
                  <a:cubicBezTo>
                    <a:pt x="669252" y="3929055"/>
                    <a:pt x="690842" y="3930325"/>
                    <a:pt x="703542" y="3935405"/>
                  </a:cubicBezTo>
                  <a:cubicBezTo>
                    <a:pt x="714972" y="3937945"/>
                    <a:pt x="722592" y="3945565"/>
                    <a:pt x="730212" y="3954455"/>
                  </a:cubicBezTo>
                  <a:cubicBezTo>
                    <a:pt x="737832" y="3965885"/>
                    <a:pt x="747992" y="3979855"/>
                    <a:pt x="745452" y="4000175"/>
                  </a:cubicBezTo>
                  <a:cubicBezTo>
                    <a:pt x="741642" y="4040815"/>
                    <a:pt x="666712" y="4124635"/>
                    <a:pt x="642582" y="4179245"/>
                  </a:cubicBezTo>
                  <a:cubicBezTo>
                    <a:pt x="624802" y="4222425"/>
                    <a:pt x="622262" y="4279575"/>
                    <a:pt x="607022" y="4301165"/>
                  </a:cubicBezTo>
                  <a:cubicBezTo>
                    <a:pt x="598132" y="4311325"/>
                    <a:pt x="590512" y="4315135"/>
                    <a:pt x="579082" y="4317675"/>
                  </a:cubicBezTo>
                  <a:cubicBezTo>
                    <a:pt x="565112" y="4321485"/>
                    <a:pt x="544792" y="4321485"/>
                    <a:pt x="530822" y="4316405"/>
                  </a:cubicBezTo>
                  <a:cubicBezTo>
                    <a:pt x="516852" y="4310055"/>
                    <a:pt x="502882" y="4296085"/>
                    <a:pt x="496532" y="4282115"/>
                  </a:cubicBezTo>
                  <a:cubicBezTo>
                    <a:pt x="490182" y="4268145"/>
                    <a:pt x="487642" y="4251635"/>
                    <a:pt x="492722" y="4233855"/>
                  </a:cubicBezTo>
                  <a:cubicBezTo>
                    <a:pt x="501612" y="4204645"/>
                    <a:pt x="548602" y="4169085"/>
                    <a:pt x="570192" y="4132255"/>
                  </a:cubicBezTo>
                  <a:cubicBezTo>
                    <a:pt x="594322" y="4092885"/>
                    <a:pt x="603212" y="4048435"/>
                    <a:pt x="628612" y="4003985"/>
                  </a:cubicBezTo>
                  <a:cubicBezTo>
                    <a:pt x="659092" y="3950645"/>
                    <a:pt x="730212" y="3831265"/>
                    <a:pt x="747992" y="3836345"/>
                  </a:cubicBezTo>
                  <a:cubicBezTo>
                    <a:pt x="759422" y="3840155"/>
                    <a:pt x="765772" y="3901115"/>
                    <a:pt x="751802" y="3935405"/>
                  </a:cubicBezTo>
                  <a:cubicBezTo>
                    <a:pt x="728942" y="3990015"/>
                    <a:pt x="601942" y="4050975"/>
                    <a:pt x="568922" y="4109395"/>
                  </a:cubicBezTo>
                  <a:cubicBezTo>
                    <a:pt x="544792" y="4151305"/>
                    <a:pt x="558762" y="4217345"/>
                    <a:pt x="538442" y="4236395"/>
                  </a:cubicBezTo>
                  <a:cubicBezTo>
                    <a:pt x="527012" y="4247825"/>
                    <a:pt x="504152" y="4246555"/>
                    <a:pt x="490182" y="4245285"/>
                  </a:cubicBezTo>
                  <a:cubicBezTo>
                    <a:pt x="478752" y="4244015"/>
                    <a:pt x="468592" y="4237665"/>
                    <a:pt x="460972" y="4231315"/>
                  </a:cubicBezTo>
                  <a:cubicBezTo>
                    <a:pt x="452082" y="4224965"/>
                    <a:pt x="444462" y="4216075"/>
                    <a:pt x="439382" y="4205915"/>
                  </a:cubicBezTo>
                  <a:cubicBezTo>
                    <a:pt x="435572" y="4191945"/>
                    <a:pt x="431762" y="4171625"/>
                    <a:pt x="436842" y="4156385"/>
                  </a:cubicBezTo>
                  <a:cubicBezTo>
                    <a:pt x="441922" y="4142415"/>
                    <a:pt x="450812" y="4132255"/>
                    <a:pt x="467322" y="4118285"/>
                  </a:cubicBezTo>
                  <a:cubicBezTo>
                    <a:pt x="499072" y="4090345"/>
                    <a:pt x="579082" y="4067485"/>
                    <a:pt x="633692" y="4023035"/>
                  </a:cubicBezTo>
                  <a:cubicBezTo>
                    <a:pt x="702272" y="3968425"/>
                    <a:pt x="787362" y="3823645"/>
                    <a:pt x="831812" y="3796975"/>
                  </a:cubicBezTo>
                  <a:cubicBezTo>
                    <a:pt x="848322" y="3788085"/>
                    <a:pt x="858482" y="3785545"/>
                    <a:pt x="872452" y="3789355"/>
                  </a:cubicBezTo>
                  <a:cubicBezTo>
                    <a:pt x="886422" y="3791895"/>
                    <a:pt x="908012" y="3809675"/>
                    <a:pt x="915632" y="3821105"/>
                  </a:cubicBezTo>
                  <a:cubicBezTo>
                    <a:pt x="920712" y="3829995"/>
                    <a:pt x="920712" y="3836345"/>
                    <a:pt x="920712" y="3849045"/>
                  </a:cubicBezTo>
                  <a:cubicBezTo>
                    <a:pt x="920712" y="3878255"/>
                    <a:pt x="902932" y="3941755"/>
                    <a:pt x="888962" y="3995095"/>
                  </a:cubicBezTo>
                  <a:cubicBezTo>
                    <a:pt x="872452" y="4062405"/>
                    <a:pt x="840702" y="4142415"/>
                    <a:pt x="824192" y="4221155"/>
                  </a:cubicBezTo>
                  <a:cubicBezTo>
                    <a:pt x="806412" y="4302435"/>
                    <a:pt x="787362" y="4393875"/>
                    <a:pt x="784822" y="4477695"/>
                  </a:cubicBezTo>
                  <a:cubicBezTo>
                    <a:pt x="783552" y="4560245"/>
                    <a:pt x="824192" y="4680895"/>
                    <a:pt x="807682" y="4720265"/>
                  </a:cubicBezTo>
                  <a:cubicBezTo>
                    <a:pt x="801332" y="4735505"/>
                    <a:pt x="788632" y="4743125"/>
                    <a:pt x="775932" y="4746935"/>
                  </a:cubicBezTo>
                  <a:cubicBezTo>
                    <a:pt x="763232" y="4752015"/>
                    <a:pt x="745452" y="4749475"/>
                    <a:pt x="734022" y="4745665"/>
                  </a:cubicBezTo>
                  <a:cubicBezTo>
                    <a:pt x="723862" y="4743125"/>
                    <a:pt x="716242" y="4736775"/>
                    <a:pt x="709892" y="4729155"/>
                  </a:cubicBezTo>
                  <a:cubicBezTo>
                    <a:pt x="703542" y="4720265"/>
                    <a:pt x="697192" y="4701215"/>
                    <a:pt x="695922" y="4689785"/>
                  </a:cubicBezTo>
                  <a:cubicBezTo>
                    <a:pt x="695922" y="4679625"/>
                    <a:pt x="697192" y="4672005"/>
                    <a:pt x="703542" y="4661845"/>
                  </a:cubicBezTo>
                  <a:cubicBezTo>
                    <a:pt x="714972" y="4642795"/>
                    <a:pt x="747992" y="4625015"/>
                    <a:pt x="770852" y="4594535"/>
                  </a:cubicBezTo>
                  <a:cubicBezTo>
                    <a:pt x="805142" y="4547545"/>
                    <a:pt x="834352" y="4482775"/>
                    <a:pt x="880072" y="4396415"/>
                  </a:cubicBezTo>
                  <a:cubicBezTo>
                    <a:pt x="962622" y="4236395"/>
                    <a:pt x="1156932" y="3772845"/>
                    <a:pt x="1217892" y="3699185"/>
                  </a:cubicBezTo>
                  <a:cubicBezTo>
                    <a:pt x="1231862" y="3681405"/>
                    <a:pt x="1239482" y="3677595"/>
                    <a:pt x="1250912" y="3672515"/>
                  </a:cubicBezTo>
                  <a:cubicBezTo>
                    <a:pt x="1259802" y="3669975"/>
                    <a:pt x="1269962" y="3669975"/>
                    <a:pt x="1278852" y="3671245"/>
                  </a:cubicBezTo>
                  <a:cubicBezTo>
                    <a:pt x="1289012" y="3672515"/>
                    <a:pt x="1297902" y="3676325"/>
                    <a:pt x="1305522" y="3682675"/>
                  </a:cubicBezTo>
                  <a:cubicBezTo>
                    <a:pt x="1314412" y="3691565"/>
                    <a:pt x="1325842" y="3700455"/>
                    <a:pt x="1327112" y="3719505"/>
                  </a:cubicBezTo>
                  <a:cubicBezTo>
                    <a:pt x="1332192" y="3772845"/>
                    <a:pt x="1252182" y="3925245"/>
                    <a:pt x="1212812" y="4045895"/>
                  </a:cubicBezTo>
                  <a:cubicBezTo>
                    <a:pt x="1167092" y="4193215"/>
                    <a:pt x="1120102" y="4360855"/>
                    <a:pt x="1071842" y="4543735"/>
                  </a:cubicBezTo>
                  <a:cubicBezTo>
                    <a:pt x="1013422" y="4764715"/>
                    <a:pt x="938492" y="5083485"/>
                    <a:pt x="895312" y="5281605"/>
                  </a:cubicBezTo>
                  <a:cubicBezTo>
                    <a:pt x="867372" y="5414955"/>
                    <a:pt x="863562" y="5562275"/>
                    <a:pt x="833082" y="5614345"/>
                  </a:cubicBezTo>
                  <a:cubicBezTo>
                    <a:pt x="821652" y="5635935"/>
                    <a:pt x="807682" y="5646095"/>
                    <a:pt x="792442" y="5649905"/>
                  </a:cubicBezTo>
                  <a:cubicBezTo>
                    <a:pt x="777202" y="5652445"/>
                    <a:pt x="753072" y="5646095"/>
                    <a:pt x="741642" y="5635935"/>
                  </a:cubicBezTo>
                  <a:cubicBezTo>
                    <a:pt x="730212" y="5625775"/>
                    <a:pt x="725132" y="5610535"/>
                    <a:pt x="723862" y="5586405"/>
                  </a:cubicBezTo>
                  <a:cubicBezTo>
                    <a:pt x="718782" y="5526715"/>
                    <a:pt x="760692" y="5399715"/>
                    <a:pt x="781012" y="5276525"/>
                  </a:cubicBezTo>
                  <a:cubicBezTo>
                    <a:pt x="810222" y="5092375"/>
                    <a:pt x="855942" y="4805355"/>
                    <a:pt x="874992" y="4591995"/>
                  </a:cubicBezTo>
                  <a:cubicBezTo>
                    <a:pt x="891502" y="4406575"/>
                    <a:pt x="877532" y="4141145"/>
                    <a:pt x="899122" y="4068755"/>
                  </a:cubicBezTo>
                  <a:cubicBezTo>
                    <a:pt x="905472" y="4048435"/>
                    <a:pt x="910552" y="4040815"/>
                    <a:pt x="920712" y="4033195"/>
                  </a:cubicBezTo>
                  <a:cubicBezTo>
                    <a:pt x="930872" y="4024305"/>
                    <a:pt x="947382" y="4017955"/>
                    <a:pt x="961352" y="4019225"/>
                  </a:cubicBezTo>
                  <a:cubicBezTo>
                    <a:pt x="976592" y="4021765"/>
                    <a:pt x="999452" y="4034465"/>
                    <a:pt x="1009612" y="4047165"/>
                  </a:cubicBezTo>
                  <a:cubicBezTo>
                    <a:pt x="1017232" y="4058595"/>
                    <a:pt x="1017232" y="4068755"/>
                    <a:pt x="1017232" y="4089075"/>
                  </a:cubicBezTo>
                  <a:cubicBezTo>
                    <a:pt x="1017232" y="4142415"/>
                    <a:pt x="974052" y="4269415"/>
                    <a:pt x="956272" y="4379905"/>
                  </a:cubicBezTo>
                  <a:cubicBezTo>
                    <a:pt x="933412" y="4528495"/>
                    <a:pt x="902932" y="4739315"/>
                    <a:pt x="899122" y="4901875"/>
                  </a:cubicBezTo>
                  <a:cubicBezTo>
                    <a:pt x="895312" y="5041575"/>
                    <a:pt x="942302" y="5230805"/>
                    <a:pt x="921982" y="5295575"/>
                  </a:cubicBezTo>
                  <a:cubicBezTo>
                    <a:pt x="914362" y="5319705"/>
                    <a:pt x="901662" y="5332405"/>
                    <a:pt x="886422" y="5338755"/>
                  </a:cubicBezTo>
                  <a:cubicBezTo>
                    <a:pt x="871182" y="5345105"/>
                    <a:pt x="844512" y="5340025"/>
                    <a:pt x="830542" y="5333675"/>
                  </a:cubicBezTo>
                  <a:cubicBezTo>
                    <a:pt x="821652" y="5329865"/>
                    <a:pt x="815302" y="5322245"/>
                    <a:pt x="811492" y="5313355"/>
                  </a:cubicBezTo>
                  <a:cubicBezTo>
                    <a:pt x="805142" y="5301925"/>
                    <a:pt x="798792" y="5282875"/>
                    <a:pt x="803872" y="5271445"/>
                  </a:cubicBezTo>
                  <a:cubicBezTo>
                    <a:pt x="812762" y="5254935"/>
                    <a:pt x="854672" y="5261285"/>
                    <a:pt x="874992" y="5232075"/>
                  </a:cubicBezTo>
                  <a:cubicBezTo>
                    <a:pt x="927062" y="5159685"/>
                    <a:pt x="932142" y="4873935"/>
                    <a:pt x="955002" y="4701215"/>
                  </a:cubicBezTo>
                  <a:cubicBezTo>
                    <a:pt x="976592" y="4536115"/>
                    <a:pt x="984212" y="4284655"/>
                    <a:pt x="1008342" y="4216075"/>
                  </a:cubicBezTo>
                  <a:cubicBezTo>
                    <a:pt x="1015962" y="4194485"/>
                    <a:pt x="1021042" y="4186865"/>
                    <a:pt x="1031202" y="4177975"/>
                  </a:cubicBezTo>
                  <a:cubicBezTo>
                    <a:pt x="1041362" y="4170355"/>
                    <a:pt x="1059142" y="4165275"/>
                    <a:pt x="1073112" y="4166545"/>
                  </a:cubicBezTo>
                  <a:cubicBezTo>
                    <a:pt x="1085812" y="4166545"/>
                    <a:pt x="1102322" y="4174165"/>
                    <a:pt x="1112482" y="4184325"/>
                  </a:cubicBezTo>
                  <a:cubicBezTo>
                    <a:pt x="1121372" y="4193215"/>
                    <a:pt x="1130262" y="4208455"/>
                    <a:pt x="1130262" y="4223695"/>
                  </a:cubicBezTo>
                  <a:cubicBezTo>
                    <a:pt x="1130262" y="4244015"/>
                    <a:pt x="1109942" y="4260525"/>
                    <a:pt x="1099782" y="4293545"/>
                  </a:cubicBezTo>
                  <a:cubicBezTo>
                    <a:pt x="1079462" y="4360855"/>
                    <a:pt x="1057872" y="4500555"/>
                    <a:pt x="1038822" y="4617395"/>
                  </a:cubicBezTo>
                  <a:cubicBezTo>
                    <a:pt x="1015962" y="4753285"/>
                    <a:pt x="981672" y="4957755"/>
                    <a:pt x="972782" y="5061895"/>
                  </a:cubicBezTo>
                  <a:cubicBezTo>
                    <a:pt x="967702" y="5116505"/>
                    <a:pt x="980402" y="5158415"/>
                    <a:pt x="968972" y="5188895"/>
                  </a:cubicBezTo>
                  <a:cubicBezTo>
                    <a:pt x="961352" y="5207945"/>
                    <a:pt x="948652" y="5225725"/>
                    <a:pt x="933412" y="5232075"/>
                  </a:cubicBezTo>
                  <a:cubicBezTo>
                    <a:pt x="918172" y="5238425"/>
                    <a:pt x="891502" y="5235885"/>
                    <a:pt x="877532" y="5226995"/>
                  </a:cubicBezTo>
                  <a:cubicBezTo>
                    <a:pt x="863562" y="5218105"/>
                    <a:pt x="858482" y="5206675"/>
                    <a:pt x="849592" y="5177465"/>
                  </a:cubicBezTo>
                  <a:cubicBezTo>
                    <a:pt x="815302" y="5059355"/>
                    <a:pt x="783552" y="4277035"/>
                    <a:pt x="800062" y="4184325"/>
                  </a:cubicBezTo>
                  <a:cubicBezTo>
                    <a:pt x="802602" y="4167815"/>
                    <a:pt x="805142" y="4165275"/>
                    <a:pt x="811492" y="4157655"/>
                  </a:cubicBezTo>
                  <a:cubicBezTo>
                    <a:pt x="820382" y="4148765"/>
                    <a:pt x="836892" y="4137335"/>
                    <a:pt x="848322" y="4134795"/>
                  </a:cubicBezTo>
                  <a:cubicBezTo>
                    <a:pt x="858482" y="4132255"/>
                    <a:pt x="867372" y="4132255"/>
                    <a:pt x="877532" y="4136065"/>
                  </a:cubicBezTo>
                  <a:cubicBezTo>
                    <a:pt x="888962" y="4141145"/>
                    <a:pt x="904202" y="4151305"/>
                    <a:pt x="911822" y="4162735"/>
                  </a:cubicBezTo>
                  <a:cubicBezTo>
                    <a:pt x="918172" y="4174165"/>
                    <a:pt x="920712" y="4188135"/>
                    <a:pt x="919442" y="4204645"/>
                  </a:cubicBezTo>
                  <a:cubicBezTo>
                    <a:pt x="916902" y="4230045"/>
                    <a:pt x="895312" y="4257985"/>
                    <a:pt x="885152" y="4294815"/>
                  </a:cubicBezTo>
                  <a:cubicBezTo>
                    <a:pt x="869912" y="4348155"/>
                    <a:pt x="857212" y="4421815"/>
                    <a:pt x="849592" y="4496745"/>
                  </a:cubicBezTo>
                  <a:cubicBezTo>
                    <a:pt x="840702" y="4589455"/>
                    <a:pt x="858482" y="4757095"/>
                    <a:pt x="841972" y="4807895"/>
                  </a:cubicBezTo>
                  <a:cubicBezTo>
                    <a:pt x="835622" y="4826945"/>
                    <a:pt x="829272" y="4835835"/>
                    <a:pt x="817842" y="4843455"/>
                  </a:cubicBezTo>
                  <a:cubicBezTo>
                    <a:pt x="806412" y="4851075"/>
                    <a:pt x="789902" y="4856155"/>
                    <a:pt x="775932" y="4854885"/>
                  </a:cubicBezTo>
                  <a:cubicBezTo>
                    <a:pt x="763232" y="4853615"/>
                    <a:pt x="746722" y="4844725"/>
                    <a:pt x="737832" y="4834565"/>
                  </a:cubicBezTo>
                  <a:cubicBezTo>
                    <a:pt x="728942" y="4825675"/>
                    <a:pt x="718782" y="4807895"/>
                    <a:pt x="722592" y="4795195"/>
                  </a:cubicBezTo>
                  <a:cubicBezTo>
                    <a:pt x="725132" y="4779955"/>
                    <a:pt x="751802" y="4774875"/>
                    <a:pt x="763232" y="4753285"/>
                  </a:cubicBezTo>
                  <a:cubicBezTo>
                    <a:pt x="783552" y="4713915"/>
                    <a:pt x="779742" y="4623745"/>
                    <a:pt x="797522" y="4553895"/>
                  </a:cubicBezTo>
                  <a:cubicBezTo>
                    <a:pt x="816572" y="4471345"/>
                    <a:pt x="834352" y="4324025"/>
                    <a:pt x="880072" y="4293545"/>
                  </a:cubicBezTo>
                  <a:cubicBezTo>
                    <a:pt x="908012" y="4273225"/>
                    <a:pt x="980402" y="4287195"/>
                    <a:pt x="986752" y="4301165"/>
                  </a:cubicBezTo>
                  <a:cubicBezTo>
                    <a:pt x="991832" y="4311325"/>
                    <a:pt x="968972" y="4341805"/>
                    <a:pt x="955002" y="4350695"/>
                  </a:cubicBezTo>
                  <a:cubicBezTo>
                    <a:pt x="942302" y="4358315"/>
                    <a:pt x="923252" y="4359585"/>
                    <a:pt x="910552" y="4357045"/>
                  </a:cubicBezTo>
                  <a:cubicBezTo>
                    <a:pt x="896582" y="4353235"/>
                    <a:pt x="881342" y="4343075"/>
                    <a:pt x="872452" y="4331645"/>
                  </a:cubicBezTo>
                  <a:cubicBezTo>
                    <a:pt x="864832" y="4320215"/>
                    <a:pt x="855942" y="4292275"/>
                    <a:pt x="861022" y="4288465"/>
                  </a:cubicBezTo>
                  <a:cubicBezTo>
                    <a:pt x="869912" y="4283385"/>
                    <a:pt x="956272" y="4344345"/>
                    <a:pt x="962622" y="4368475"/>
                  </a:cubicBezTo>
                  <a:cubicBezTo>
                    <a:pt x="965162" y="4383715"/>
                    <a:pt x="952462" y="4400225"/>
                    <a:pt x="942302" y="4409115"/>
                  </a:cubicBezTo>
                  <a:cubicBezTo>
                    <a:pt x="932142" y="4419275"/>
                    <a:pt x="915632" y="4426895"/>
                    <a:pt x="900392" y="4425625"/>
                  </a:cubicBezTo>
                  <a:cubicBezTo>
                    <a:pt x="883882" y="4425625"/>
                    <a:pt x="858482" y="4412925"/>
                    <a:pt x="848322" y="4400225"/>
                  </a:cubicBezTo>
                  <a:cubicBezTo>
                    <a:pt x="839432" y="4388795"/>
                    <a:pt x="830542" y="4367205"/>
                    <a:pt x="836892" y="4357045"/>
                  </a:cubicBezTo>
                  <a:cubicBezTo>
                    <a:pt x="843242" y="4343075"/>
                    <a:pt x="896582" y="4325295"/>
                    <a:pt x="901662" y="4330375"/>
                  </a:cubicBezTo>
                  <a:cubicBezTo>
                    <a:pt x="905472" y="4335455"/>
                    <a:pt x="892772" y="4359585"/>
                    <a:pt x="882612" y="4368475"/>
                  </a:cubicBezTo>
                  <a:cubicBezTo>
                    <a:pt x="869912" y="4378635"/>
                    <a:pt x="844512" y="4386255"/>
                    <a:pt x="828002" y="4383715"/>
                  </a:cubicBezTo>
                  <a:cubicBezTo>
                    <a:pt x="815302" y="4381175"/>
                    <a:pt x="800062" y="4371015"/>
                    <a:pt x="792442" y="4359585"/>
                  </a:cubicBezTo>
                  <a:cubicBezTo>
                    <a:pt x="784822" y="4349425"/>
                    <a:pt x="784822" y="4318945"/>
                    <a:pt x="782282" y="4318945"/>
                  </a:cubicBezTo>
                  <a:cubicBezTo>
                    <a:pt x="774662" y="4320215"/>
                    <a:pt x="775932" y="4517065"/>
                    <a:pt x="767042" y="4557705"/>
                  </a:cubicBezTo>
                  <a:cubicBezTo>
                    <a:pt x="764502" y="4571675"/>
                    <a:pt x="763232" y="4578025"/>
                    <a:pt x="756882" y="4585645"/>
                  </a:cubicBezTo>
                  <a:cubicBezTo>
                    <a:pt x="749262" y="4595805"/>
                    <a:pt x="735292" y="4608505"/>
                    <a:pt x="721322" y="4612315"/>
                  </a:cubicBezTo>
                  <a:cubicBezTo>
                    <a:pt x="704812" y="4614855"/>
                    <a:pt x="678142" y="4608505"/>
                    <a:pt x="664172" y="4599615"/>
                  </a:cubicBezTo>
                  <a:cubicBezTo>
                    <a:pt x="652742" y="4590725"/>
                    <a:pt x="645122" y="4578025"/>
                    <a:pt x="643852" y="4560245"/>
                  </a:cubicBezTo>
                  <a:cubicBezTo>
                    <a:pt x="638772" y="4524685"/>
                    <a:pt x="673062" y="4425625"/>
                    <a:pt x="687032" y="4395145"/>
                  </a:cubicBezTo>
                  <a:cubicBezTo>
                    <a:pt x="692112" y="4383715"/>
                    <a:pt x="694652" y="4377365"/>
                    <a:pt x="703542" y="4371015"/>
                  </a:cubicBezTo>
                  <a:cubicBezTo>
                    <a:pt x="712432" y="4363395"/>
                    <a:pt x="731482" y="4357045"/>
                    <a:pt x="742912" y="4355775"/>
                  </a:cubicBezTo>
                  <a:cubicBezTo>
                    <a:pt x="753072" y="4355775"/>
                    <a:pt x="763232" y="4357045"/>
                    <a:pt x="772122" y="4362125"/>
                  </a:cubicBezTo>
                  <a:cubicBezTo>
                    <a:pt x="782282" y="4368475"/>
                    <a:pt x="792442" y="4376095"/>
                    <a:pt x="800062" y="4395145"/>
                  </a:cubicBezTo>
                  <a:cubicBezTo>
                    <a:pt x="820382" y="4439595"/>
                    <a:pt x="816572" y="4589455"/>
                    <a:pt x="829272" y="4661845"/>
                  </a:cubicBezTo>
                  <a:cubicBezTo>
                    <a:pt x="838162" y="4712645"/>
                    <a:pt x="838162" y="4786305"/>
                    <a:pt x="861022" y="4790115"/>
                  </a:cubicBezTo>
                  <a:cubicBezTo>
                    <a:pt x="904202" y="4796465"/>
                    <a:pt x="1037552" y="4533575"/>
                    <a:pt x="1122642" y="4386255"/>
                  </a:cubicBezTo>
                  <a:cubicBezTo>
                    <a:pt x="1220432" y="4216075"/>
                    <a:pt x="1356322" y="3888415"/>
                    <a:pt x="1407122" y="3822375"/>
                  </a:cubicBezTo>
                  <a:cubicBezTo>
                    <a:pt x="1421092" y="3805865"/>
                    <a:pt x="1426172" y="3800785"/>
                    <a:pt x="1438872" y="3795705"/>
                  </a:cubicBezTo>
                  <a:cubicBezTo>
                    <a:pt x="1450302" y="3791895"/>
                    <a:pt x="1468082" y="3793165"/>
                    <a:pt x="1479512" y="3796975"/>
                  </a:cubicBezTo>
                  <a:cubicBezTo>
                    <a:pt x="1488402" y="3799515"/>
                    <a:pt x="1496022" y="3805865"/>
                    <a:pt x="1502372" y="3813485"/>
                  </a:cubicBezTo>
                  <a:cubicBezTo>
                    <a:pt x="1508722" y="3822375"/>
                    <a:pt x="1517612" y="3832535"/>
                    <a:pt x="1516342" y="3851585"/>
                  </a:cubicBezTo>
                  <a:cubicBezTo>
                    <a:pt x="1509992" y="3923975"/>
                    <a:pt x="1327112" y="4167815"/>
                    <a:pt x="1240752" y="4337995"/>
                  </a:cubicBezTo>
                  <a:cubicBezTo>
                    <a:pt x="1149312" y="4517065"/>
                    <a:pt x="1070572" y="4691055"/>
                    <a:pt x="981672" y="4903145"/>
                  </a:cubicBezTo>
                  <a:cubicBezTo>
                    <a:pt x="873722" y="5163495"/>
                    <a:pt x="726402" y="5514015"/>
                    <a:pt x="648932" y="5793415"/>
                  </a:cubicBezTo>
                  <a:cubicBezTo>
                    <a:pt x="584162" y="6030905"/>
                    <a:pt x="528282" y="6323005"/>
                    <a:pt x="529552" y="6465245"/>
                  </a:cubicBezTo>
                  <a:cubicBezTo>
                    <a:pt x="529552" y="6533825"/>
                    <a:pt x="567652" y="6587165"/>
                    <a:pt x="557492" y="6613835"/>
                  </a:cubicBezTo>
                  <a:cubicBezTo>
                    <a:pt x="552412" y="6629075"/>
                    <a:pt x="537172" y="6635425"/>
                    <a:pt x="524472" y="6639235"/>
                  </a:cubicBezTo>
                  <a:cubicBezTo>
                    <a:pt x="513042" y="6643045"/>
                    <a:pt x="495262" y="6640505"/>
                    <a:pt x="483832" y="6635425"/>
                  </a:cubicBezTo>
                  <a:cubicBezTo>
                    <a:pt x="472402" y="6630345"/>
                    <a:pt x="460972" y="6617645"/>
                    <a:pt x="455892" y="6606215"/>
                  </a:cubicBezTo>
                  <a:cubicBezTo>
                    <a:pt x="450812" y="6594785"/>
                    <a:pt x="450812" y="6582085"/>
                    <a:pt x="454622" y="6565575"/>
                  </a:cubicBezTo>
                  <a:cubicBezTo>
                    <a:pt x="463512" y="6528745"/>
                    <a:pt x="507962" y="6485565"/>
                    <a:pt x="540982" y="6409365"/>
                  </a:cubicBezTo>
                  <a:cubicBezTo>
                    <a:pt x="617182" y="6229025"/>
                    <a:pt x="778472" y="5708325"/>
                    <a:pt x="831812" y="5465755"/>
                  </a:cubicBezTo>
                  <a:cubicBezTo>
                    <a:pt x="864832" y="5317165"/>
                    <a:pt x="858482" y="5154605"/>
                    <a:pt x="882612" y="5099995"/>
                  </a:cubicBezTo>
                  <a:cubicBezTo>
                    <a:pt x="890232" y="5082215"/>
                    <a:pt x="897852" y="5075865"/>
                    <a:pt x="909282" y="5069515"/>
                  </a:cubicBezTo>
                  <a:cubicBezTo>
                    <a:pt x="919442" y="5063165"/>
                    <a:pt x="937222" y="5060625"/>
                    <a:pt x="949922" y="5063165"/>
                  </a:cubicBezTo>
                  <a:cubicBezTo>
                    <a:pt x="961352" y="5065705"/>
                    <a:pt x="976592" y="5075865"/>
                    <a:pt x="984212" y="5086025"/>
                  </a:cubicBezTo>
                  <a:cubicBezTo>
                    <a:pt x="991832" y="5096185"/>
                    <a:pt x="995642" y="5107615"/>
                    <a:pt x="994372" y="5125395"/>
                  </a:cubicBezTo>
                  <a:cubicBezTo>
                    <a:pt x="991832" y="5168575"/>
                    <a:pt x="938492" y="5251125"/>
                    <a:pt x="905472" y="5334945"/>
                  </a:cubicBezTo>
                  <a:cubicBezTo>
                    <a:pt x="857212" y="5458135"/>
                    <a:pt x="800062" y="5625775"/>
                    <a:pt x="741642" y="5794685"/>
                  </a:cubicBezTo>
                  <a:cubicBezTo>
                    <a:pt x="671792" y="6000425"/>
                    <a:pt x="560032" y="6400475"/>
                    <a:pt x="515582" y="6481755"/>
                  </a:cubicBezTo>
                  <a:cubicBezTo>
                    <a:pt x="505422" y="6502075"/>
                    <a:pt x="501612" y="6509695"/>
                    <a:pt x="488912" y="6516045"/>
                  </a:cubicBezTo>
                  <a:cubicBezTo>
                    <a:pt x="474942" y="6522395"/>
                    <a:pt x="447002" y="6523665"/>
                    <a:pt x="433032" y="6517315"/>
                  </a:cubicBezTo>
                  <a:cubicBezTo>
                    <a:pt x="420332" y="6512235"/>
                    <a:pt x="408902" y="6498265"/>
                    <a:pt x="402552" y="6486835"/>
                  </a:cubicBezTo>
                  <a:cubicBezTo>
                    <a:pt x="398742" y="6477945"/>
                    <a:pt x="394932" y="6467785"/>
                    <a:pt x="398742" y="6458895"/>
                  </a:cubicBezTo>
                  <a:cubicBezTo>
                    <a:pt x="403822" y="6444925"/>
                    <a:pt x="429222" y="6444925"/>
                    <a:pt x="445732" y="6419525"/>
                  </a:cubicBezTo>
                  <a:cubicBezTo>
                    <a:pt x="499072" y="6336975"/>
                    <a:pt x="572732" y="5953435"/>
                    <a:pt x="615912" y="5760395"/>
                  </a:cubicBezTo>
                  <a:cubicBezTo>
                    <a:pt x="650202" y="5613075"/>
                    <a:pt x="695922" y="5449245"/>
                    <a:pt x="693382" y="5365425"/>
                  </a:cubicBezTo>
                  <a:cubicBezTo>
                    <a:pt x="690842" y="5324785"/>
                    <a:pt x="664172" y="5298115"/>
                    <a:pt x="667982" y="5276525"/>
                  </a:cubicBezTo>
                  <a:cubicBezTo>
                    <a:pt x="671792" y="5261285"/>
                    <a:pt x="683222" y="5249855"/>
                    <a:pt x="693382" y="5243505"/>
                  </a:cubicBezTo>
                  <a:cubicBezTo>
                    <a:pt x="704812" y="5237155"/>
                    <a:pt x="721322" y="5233345"/>
                    <a:pt x="734022" y="5235885"/>
                  </a:cubicBezTo>
                  <a:cubicBezTo>
                    <a:pt x="746722" y="5238425"/>
                    <a:pt x="761962" y="5246045"/>
                    <a:pt x="769582" y="5257475"/>
                  </a:cubicBezTo>
                  <a:cubicBezTo>
                    <a:pt x="778472" y="5268905"/>
                    <a:pt x="781012" y="5284145"/>
                    <a:pt x="779742" y="5309545"/>
                  </a:cubicBezTo>
                  <a:cubicBezTo>
                    <a:pt x="774662" y="5388285"/>
                    <a:pt x="664172" y="5628315"/>
                    <a:pt x="626072" y="5776905"/>
                  </a:cubicBezTo>
                  <a:cubicBezTo>
                    <a:pt x="593052" y="5907715"/>
                    <a:pt x="554952" y="6056305"/>
                    <a:pt x="554952" y="6151555"/>
                  </a:cubicBezTo>
                  <a:cubicBezTo>
                    <a:pt x="556222" y="6212515"/>
                    <a:pt x="590512" y="6270935"/>
                    <a:pt x="585432" y="6297605"/>
                  </a:cubicBezTo>
                  <a:cubicBezTo>
                    <a:pt x="582892" y="6310305"/>
                    <a:pt x="575272" y="6315385"/>
                    <a:pt x="567652" y="6320465"/>
                  </a:cubicBezTo>
                  <a:cubicBezTo>
                    <a:pt x="557492" y="6328085"/>
                    <a:pt x="540982" y="6335705"/>
                    <a:pt x="528282" y="6334435"/>
                  </a:cubicBezTo>
                  <a:cubicBezTo>
                    <a:pt x="511772" y="6331895"/>
                    <a:pt x="488912" y="6319195"/>
                    <a:pt x="480022" y="6306495"/>
                  </a:cubicBezTo>
                  <a:cubicBezTo>
                    <a:pt x="472402" y="6295065"/>
                    <a:pt x="469862" y="6282365"/>
                    <a:pt x="471132" y="6264585"/>
                  </a:cubicBezTo>
                  <a:cubicBezTo>
                    <a:pt x="473672" y="6236645"/>
                    <a:pt x="492722" y="6203625"/>
                    <a:pt x="513042" y="6152825"/>
                  </a:cubicBezTo>
                  <a:cubicBezTo>
                    <a:pt x="558762" y="6039795"/>
                    <a:pt x="688302" y="5793415"/>
                    <a:pt x="751802" y="5621965"/>
                  </a:cubicBezTo>
                  <a:cubicBezTo>
                    <a:pt x="808952" y="5468295"/>
                    <a:pt x="843242" y="5299385"/>
                    <a:pt x="885152" y="5172385"/>
                  </a:cubicBezTo>
                  <a:cubicBezTo>
                    <a:pt x="916902" y="5078405"/>
                    <a:pt x="949922" y="4956485"/>
                    <a:pt x="976592" y="4927275"/>
                  </a:cubicBezTo>
                  <a:cubicBezTo>
                    <a:pt x="985482" y="4917115"/>
                    <a:pt x="991832" y="4915845"/>
                    <a:pt x="1000722" y="4913305"/>
                  </a:cubicBezTo>
                  <a:cubicBezTo>
                    <a:pt x="1012152" y="4910765"/>
                    <a:pt x="1029932" y="4910765"/>
                    <a:pt x="1041362" y="4918385"/>
                  </a:cubicBezTo>
                  <a:cubicBezTo>
                    <a:pt x="1054062" y="4926005"/>
                    <a:pt x="1065492" y="4936165"/>
                    <a:pt x="1071842" y="4961565"/>
                  </a:cubicBezTo>
                  <a:cubicBezTo>
                    <a:pt x="1095972" y="5050465"/>
                    <a:pt x="1015962" y="5437815"/>
                    <a:pt x="1007072" y="5618155"/>
                  </a:cubicBezTo>
                  <a:cubicBezTo>
                    <a:pt x="1000722" y="5742615"/>
                    <a:pt x="1029932" y="5891205"/>
                    <a:pt x="1005802" y="5934385"/>
                  </a:cubicBezTo>
                  <a:cubicBezTo>
                    <a:pt x="996912" y="5950895"/>
                    <a:pt x="981672" y="5953435"/>
                    <a:pt x="970242" y="5957245"/>
                  </a:cubicBezTo>
                  <a:cubicBezTo>
                    <a:pt x="960082" y="5959785"/>
                    <a:pt x="949922" y="5958515"/>
                    <a:pt x="941032" y="5955975"/>
                  </a:cubicBezTo>
                  <a:cubicBezTo>
                    <a:pt x="929602" y="5950895"/>
                    <a:pt x="914362" y="5940735"/>
                    <a:pt x="906742" y="5929305"/>
                  </a:cubicBezTo>
                  <a:cubicBezTo>
                    <a:pt x="900392" y="5917875"/>
                    <a:pt x="895312" y="5900095"/>
                    <a:pt x="899122" y="5887395"/>
                  </a:cubicBezTo>
                  <a:cubicBezTo>
                    <a:pt x="902932" y="5874695"/>
                    <a:pt x="919442" y="5869615"/>
                    <a:pt x="929602" y="5854375"/>
                  </a:cubicBezTo>
                  <a:cubicBezTo>
                    <a:pt x="946112" y="5828975"/>
                    <a:pt x="957542" y="5793415"/>
                    <a:pt x="979132" y="5741345"/>
                  </a:cubicBezTo>
                  <a:cubicBezTo>
                    <a:pt x="1023582" y="5633395"/>
                    <a:pt x="1121372" y="5399715"/>
                    <a:pt x="1174712" y="5239695"/>
                  </a:cubicBezTo>
                  <a:cubicBezTo>
                    <a:pt x="1220432" y="5098725"/>
                    <a:pt x="1255992" y="4974265"/>
                    <a:pt x="1285202" y="4833295"/>
                  </a:cubicBezTo>
                  <a:cubicBezTo>
                    <a:pt x="1316952" y="4683435"/>
                    <a:pt x="1323302" y="4425625"/>
                    <a:pt x="1352512" y="4362125"/>
                  </a:cubicBezTo>
                  <a:cubicBezTo>
                    <a:pt x="1361402" y="4343075"/>
                    <a:pt x="1369022" y="4336725"/>
                    <a:pt x="1381722" y="4330375"/>
                  </a:cubicBezTo>
                  <a:cubicBezTo>
                    <a:pt x="1393152" y="4324025"/>
                    <a:pt x="1410932" y="4322755"/>
                    <a:pt x="1423632" y="4326565"/>
                  </a:cubicBezTo>
                  <a:cubicBezTo>
                    <a:pt x="1436332" y="4329105"/>
                    <a:pt x="1451572" y="4339265"/>
                    <a:pt x="1457922" y="4350695"/>
                  </a:cubicBezTo>
                  <a:cubicBezTo>
                    <a:pt x="1465542" y="4362125"/>
                    <a:pt x="1470622" y="4376095"/>
                    <a:pt x="1468082" y="4392605"/>
                  </a:cubicBezTo>
                  <a:cubicBezTo>
                    <a:pt x="1464272" y="4415465"/>
                    <a:pt x="1437602" y="4439595"/>
                    <a:pt x="1421092" y="4475155"/>
                  </a:cubicBezTo>
                  <a:cubicBezTo>
                    <a:pt x="1391882" y="4533575"/>
                    <a:pt x="1361402" y="4619935"/>
                    <a:pt x="1324572" y="4716455"/>
                  </a:cubicBezTo>
                  <a:cubicBezTo>
                    <a:pt x="1271232" y="4857425"/>
                    <a:pt x="1206462" y="5040305"/>
                    <a:pt x="1137882" y="5246045"/>
                  </a:cubicBezTo>
                  <a:cubicBezTo>
                    <a:pt x="1042632" y="5527985"/>
                    <a:pt x="891502" y="5943275"/>
                    <a:pt x="815302" y="6254425"/>
                  </a:cubicBezTo>
                  <a:cubicBezTo>
                    <a:pt x="751802" y="6513505"/>
                    <a:pt x="720052" y="6890695"/>
                    <a:pt x="689572" y="6979595"/>
                  </a:cubicBezTo>
                  <a:cubicBezTo>
                    <a:pt x="681952" y="7001185"/>
                    <a:pt x="679412" y="7008805"/>
                    <a:pt x="669252" y="7017695"/>
                  </a:cubicBezTo>
                  <a:cubicBezTo>
                    <a:pt x="660362" y="7026585"/>
                    <a:pt x="642582" y="7032935"/>
                    <a:pt x="629882" y="7032935"/>
                  </a:cubicBezTo>
                  <a:cubicBezTo>
                    <a:pt x="615912" y="7032935"/>
                    <a:pt x="599402" y="7027855"/>
                    <a:pt x="589242" y="7017695"/>
                  </a:cubicBezTo>
                  <a:cubicBezTo>
                    <a:pt x="579082" y="7006265"/>
                    <a:pt x="574002" y="6996105"/>
                    <a:pt x="570192" y="6965625"/>
                  </a:cubicBezTo>
                  <a:cubicBezTo>
                    <a:pt x="549872" y="6791635"/>
                    <a:pt x="763232" y="5651175"/>
                    <a:pt x="800062" y="5180005"/>
                  </a:cubicBezTo>
                  <a:cubicBezTo>
                    <a:pt x="824192" y="4872665"/>
                    <a:pt x="866102" y="4537385"/>
                    <a:pt x="820382" y="4416735"/>
                  </a:cubicBezTo>
                  <a:cubicBezTo>
                    <a:pt x="802602" y="4371015"/>
                    <a:pt x="746722" y="4358315"/>
                    <a:pt x="744182" y="4336725"/>
                  </a:cubicBezTo>
                  <a:cubicBezTo>
                    <a:pt x="744182" y="4324025"/>
                    <a:pt x="756882" y="4310055"/>
                    <a:pt x="767042" y="4303705"/>
                  </a:cubicBezTo>
                  <a:cubicBezTo>
                    <a:pt x="778472" y="4296085"/>
                    <a:pt x="794982" y="4292275"/>
                    <a:pt x="806412" y="4293545"/>
                  </a:cubicBezTo>
                  <a:cubicBezTo>
                    <a:pt x="819112" y="4294815"/>
                    <a:pt x="834352" y="4302435"/>
                    <a:pt x="843242" y="4312595"/>
                  </a:cubicBezTo>
                  <a:cubicBezTo>
                    <a:pt x="850862" y="4321485"/>
                    <a:pt x="857212" y="4332915"/>
                    <a:pt x="857212" y="4349425"/>
                  </a:cubicBezTo>
                  <a:cubicBezTo>
                    <a:pt x="857212" y="4390065"/>
                    <a:pt x="806412" y="4468805"/>
                    <a:pt x="782282" y="4546275"/>
                  </a:cubicBezTo>
                  <a:cubicBezTo>
                    <a:pt x="750532" y="4651685"/>
                    <a:pt x="720052" y="4787575"/>
                    <a:pt x="690842" y="4929815"/>
                  </a:cubicBezTo>
                  <a:cubicBezTo>
                    <a:pt x="655282" y="5105075"/>
                    <a:pt x="603212" y="5366695"/>
                    <a:pt x="590512" y="5519095"/>
                  </a:cubicBezTo>
                  <a:cubicBezTo>
                    <a:pt x="582892" y="5615615"/>
                    <a:pt x="605752" y="5714675"/>
                    <a:pt x="591782" y="5757855"/>
                  </a:cubicBezTo>
                  <a:cubicBezTo>
                    <a:pt x="585432" y="5775635"/>
                    <a:pt x="576542" y="5784525"/>
                    <a:pt x="566382" y="5792145"/>
                  </a:cubicBezTo>
                  <a:cubicBezTo>
                    <a:pt x="554952" y="5798495"/>
                    <a:pt x="537172" y="5802305"/>
                    <a:pt x="524472" y="5799765"/>
                  </a:cubicBezTo>
                  <a:cubicBezTo>
                    <a:pt x="511772" y="5798495"/>
                    <a:pt x="496532" y="5789605"/>
                    <a:pt x="487642" y="5779445"/>
                  </a:cubicBezTo>
                  <a:cubicBezTo>
                    <a:pt x="478752" y="5768015"/>
                    <a:pt x="471132" y="5751505"/>
                    <a:pt x="473672" y="5738805"/>
                  </a:cubicBezTo>
                  <a:cubicBezTo>
                    <a:pt x="477482" y="5721025"/>
                    <a:pt x="505422" y="5717215"/>
                    <a:pt x="523202" y="5688005"/>
                  </a:cubicBezTo>
                  <a:cubicBezTo>
                    <a:pt x="574002" y="5600375"/>
                    <a:pt x="650202" y="5293035"/>
                    <a:pt x="704812" y="5092375"/>
                  </a:cubicBezTo>
                  <a:cubicBezTo>
                    <a:pt x="760692" y="4890445"/>
                    <a:pt x="822922" y="4644065"/>
                    <a:pt x="853402" y="4482775"/>
                  </a:cubicBezTo>
                  <a:cubicBezTo>
                    <a:pt x="873722" y="4379905"/>
                    <a:pt x="876262" y="4273225"/>
                    <a:pt x="891502" y="4226235"/>
                  </a:cubicBezTo>
                  <a:cubicBezTo>
                    <a:pt x="896582" y="4207185"/>
                    <a:pt x="899122" y="4198295"/>
                    <a:pt x="909282" y="4189405"/>
                  </a:cubicBezTo>
                  <a:cubicBezTo>
                    <a:pt x="921982" y="4180515"/>
                    <a:pt x="946112" y="4172895"/>
                    <a:pt x="961352" y="4175435"/>
                  </a:cubicBezTo>
                  <a:cubicBezTo>
                    <a:pt x="975322" y="4177975"/>
                    <a:pt x="988022" y="4189405"/>
                    <a:pt x="995642" y="4198295"/>
                  </a:cubicBezTo>
                  <a:cubicBezTo>
                    <a:pt x="1001992" y="4205915"/>
                    <a:pt x="1004532" y="4209725"/>
                    <a:pt x="1005802" y="4224965"/>
                  </a:cubicBezTo>
                  <a:cubicBezTo>
                    <a:pt x="1013422" y="4285925"/>
                    <a:pt x="952462" y="4547545"/>
                    <a:pt x="943572" y="4718995"/>
                  </a:cubicBezTo>
                  <a:cubicBezTo>
                    <a:pt x="934682" y="4904415"/>
                    <a:pt x="985482" y="5226995"/>
                    <a:pt x="958812" y="5299385"/>
                  </a:cubicBezTo>
                  <a:cubicBezTo>
                    <a:pt x="952462" y="5319705"/>
                    <a:pt x="942302" y="5326055"/>
                    <a:pt x="930872" y="5332405"/>
                  </a:cubicBezTo>
                  <a:cubicBezTo>
                    <a:pt x="918172" y="5338755"/>
                    <a:pt x="900392" y="5341295"/>
                    <a:pt x="887692" y="5338755"/>
                  </a:cubicBezTo>
                  <a:cubicBezTo>
                    <a:pt x="873722" y="5334945"/>
                    <a:pt x="858482" y="5323515"/>
                    <a:pt x="850862" y="5313355"/>
                  </a:cubicBezTo>
                  <a:cubicBezTo>
                    <a:pt x="844512" y="5305735"/>
                    <a:pt x="840702" y="5298115"/>
                    <a:pt x="840702" y="5286685"/>
                  </a:cubicBezTo>
                  <a:cubicBezTo>
                    <a:pt x="839432" y="5267635"/>
                    <a:pt x="859752" y="5238425"/>
                    <a:pt x="866102" y="5207945"/>
                  </a:cubicBezTo>
                  <a:cubicBezTo>
                    <a:pt x="874992" y="5167305"/>
                    <a:pt x="878802" y="5131745"/>
                    <a:pt x="882612" y="5063165"/>
                  </a:cubicBezTo>
                  <a:cubicBezTo>
                    <a:pt x="890232" y="4898065"/>
                    <a:pt x="858482" y="4318945"/>
                    <a:pt x="877532" y="4216075"/>
                  </a:cubicBezTo>
                  <a:cubicBezTo>
                    <a:pt x="882612" y="4191945"/>
                    <a:pt x="883882" y="4183055"/>
                    <a:pt x="894042" y="4172895"/>
                  </a:cubicBezTo>
                  <a:cubicBezTo>
                    <a:pt x="902932" y="4162735"/>
                    <a:pt x="920712" y="4153845"/>
                    <a:pt x="934682" y="4151305"/>
                  </a:cubicBezTo>
                  <a:cubicBezTo>
                    <a:pt x="948652" y="4150035"/>
                    <a:pt x="967702" y="4153845"/>
                    <a:pt x="979132" y="4162735"/>
                  </a:cubicBezTo>
                  <a:cubicBezTo>
                    <a:pt x="991832" y="4172895"/>
                    <a:pt x="1007072" y="4216075"/>
                    <a:pt x="1007072" y="4216075"/>
                  </a:cubicBezTo>
                </a:path>
              </a:pathLst>
            </a:custGeom>
            <a:solidFill>
              <a:srgbClr val="F1F0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Freeform 38"/>
          <p:cNvSpPr/>
          <p:nvPr/>
        </p:nvSpPr>
        <p:spPr>
          <a:xfrm>
            <a:off x="8400098" y="256312"/>
            <a:ext cx="9708643" cy="9774376"/>
          </a:xfrm>
          <a:custGeom>
            <a:avLst/>
            <a:gdLst/>
            <a:ahLst/>
            <a:cxnLst/>
            <a:rect l="l" t="t" r="r" b="b"/>
            <a:pathLst>
              <a:path w="9708643" h="9774376">
                <a:moveTo>
                  <a:pt x="0" y="0"/>
                </a:moveTo>
                <a:lnTo>
                  <a:pt x="9708643" y="0"/>
                </a:lnTo>
                <a:lnTo>
                  <a:pt x="9708643" y="9774376"/>
                </a:lnTo>
                <a:lnTo>
                  <a:pt x="0" y="9774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35518" y="829105"/>
            <a:ext cx="9077143" cy="236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35"/>
              </a:lnSpc>
            </a:pPr>
            <a:r>
              <a:rPr lang="en-US" sz="11199" b="1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FLOW</a:t>
            </a:r>
            <a:r>
              <a:rPr lang="en-US" sz="11199" b="1" u="none" strike="noStrike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EXPLANATION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36802" y="4407559"/>
            <a:ext cx="1812017" cy="126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35"/>
              </a:lnSpc>
            </a:pPr>
            <a:r>
              <a:rPr lang="en-US" sz="11199" b="1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6802" y="7319295"/>
            <a:ext cx="1812017" cy="126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35"/>
              </a:lnSpc>
            </a:pPr>
            <a:r>
              <a:rPr lang="en-US" sz="11199" b="1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42278" y="7319295"/>
            <a:ext cx="1812017" cy="126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35"/>
              </a:lnSpc>
            </a:pPr>
            <a:r>
              <a:rPr lang="en-US" sz="11199" b="1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sp>
        <p:nvSpPr>
          <p:cNvPr id="6" name="Freeform 6"/>
          <p:cNvSpPr/>
          <p:nvPr/>
        </p:nvSpPr>
        <p:spPr>
          <a:xfrm>
            <a:off x="1549817" y="390955"/>
            <a:ext cx="5051050" cy="3219971"/>
          </a:xfrm>
          <a:custGeom>
            <a:avLst/>
            <a:gdLst/>
            <a:ahLst/>
            <a:cxnLst/>
            <a:rect l="l" t="t" r="r" b="b"/>
            <a:pathLst>
              <a:path w="5051050" h="3219971">
                <a:moveTo>
                  <a:pt x="0" y="0"/>
                </a:moveTo>
                <a:lnTo>
                  <a:pt x="5051050" y="0"/>
                </a:lnTo>
                <a:lnTo>
                  <a:pt x="5051050" y="3219971"/>
                </a:lnTo>
                <a:lnTo>
                  <a:pt x="0" y="3219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210" b="-62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842278" y="4407559"/>
            <a:ext cx="1812017" cy="126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35"/>
              </a:lnSpc>
            </a:pPr>
            <a:r>
              <a:rPr lang="en-US" sz="11199" b="1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08909" y="4175633"/>
            <a:ext cx="6169721" cy="149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89"/>
              </a:lnSpc>
              <a:spcBef>
                <a:spcPct val="0"/>
              </a:spcBef>
            </a:pPr>
            <a:r>
              <a:rPr lang="en-US" sz="2890" b="1" spc="-86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</a:t>
            </a:r>
            <a:r>
              <a:rPr lang="en-US" sz="2890" b="1" u="none" strike="noStrike" spc="-86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ompare neighbors: </a:t>
            </a:r>
            <a:r>
              <a:rPr lang="en-US" sz="2890" u="none" strike="noStrike" spc="-8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Start at the beginning of the list and compare the first two elements.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0650" y="6933013"/>
            <a:ext cx="6047980" cy="149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89"/>
              </a:lnSpc>
              <a:spcBef>
                <a:spcPct val="0"/>
              </a:spcBef>
            </a:pPr>
            <a:r>
              <a:rPr lang="en-US" sz="2890" b="1" spc="-86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Swa</a:t>
            </a:r>
            <a:r>
              <a:rPr lang="en-US" sz="2890" b="1" u="none" strike="noStrike" spc="-86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 if needed:</a:t>
            </a:r>
            <a:r>
              <a:rPr lang="en-US" sz="2890" u="none" strike="noStrike" spc="-8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If the first element is bigger than the second, swap them so the bigger one moves toward the end.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54295" y="4021276"/>
            <a:ext cx="6169721" cy="149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89"/>
              </a:lnSpc>
              <a:spcBef>
                <a:spcPct val="0"/>
              </a:spcBef>
            </a:pPr>
            <a:r>
              <a:rPr lang="en-US" sz="2890" b="1" spc="-86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M</a:t>
            </a:r>
            <a:r>
              <a:rPr lang="en-US" sz="2890" b="1" u="none" strike="noStrike" spc="-86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ove forward:</a:t>
            </a:r>
            <a:r>
              <a:rPr lang="en-US" sz="2890" u="none" strike="noStrike" spc="-8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Go to the next pair and repeat the compare-and-swap process until you reach the end of the list.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54295" y="6933013"/>
            <a:ext cx="6169721" cy="149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89"/>
              </a:lnSpc>
              <a:spcBef>
                <a:spcPct val="0"/>
              </a:spcBef>
            </a:pPr>
            <a:r>
              <a:rPr lang="en-US" sz="2890" b="1" spc="-86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Re</a:t>
            </a:r>
            <a:r>
              <a:rPr lang="en-US" sz="2890" b="1" u="none" strike="noStrike" spc="-86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peat:</a:t>
            </a:r>
            <a:r>
              <a:rPr lang="en-US" sz="2890" u="none" strike="noStrike" spc="-8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 Keep doing this for the whole list until no swaps are needed in a full pass-- then the list is sorted.</a:t>
            </a:r>
          </a:p>
        </p:txBody>
      </p:sp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671140"/>
            <a:ext cx="7034557" cy="1063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65"/>
              </a:lnSpc>
            </a:pPr>
            <a:r>
              <a:rPr lang="en-US" sz="9442" b="1" spc="-944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ADV</a:t>
            </a:r>
            <a:r>
              <a:rPr lang="en-US" sz="9442" b="1" u="none" strike="noStrike" spc="-944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ANTAGES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8590" y="3176269"/>
            <a:ext cx="7434778" cy="3924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9525" lvl="1" indent="-404762" algn="l">
              <a:lnSpc>
                <a:spcPts val="4574"/>
              </a:lnSpc>
              <a:spcBef>
                <a:spcPct val="0"/>
              </a:spcBef>
              <a:buFont typeface="Arial"/>
              <a:buChar char="•"/>
            </a:pPr>
            <a:r>
              <a:rPr lang="en-US" sz="3749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3749" u="none" strike="noStrike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ry easy to implement.</a:t>
            </a:r>
          </a:p>
          <a:p>
            <a:pPr marL="809525" lvl="1" indent="-404762" algn="l">
              <a:lnSpc>
                <a:spcPts val="4574"/>
              </a:lnSpc>
              <a:spcBef>
                <a:spcPct val="0"/>
              </a:spcBef>
              <a:buFont typeface="Arial"/>
              <a:buChar char="•"/>
            </a:pPr>
            <a:r>
              <a:rPr lang="en-US" sz="3749" u="none" strike="noStrike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Simple logic and beginner-friendly.</a:t>
            </a:r>
          </a:p>
          <a:p>
            <a:pPr marL="809525" lvl="1" indent="-404762" algn="l">
              <a:lnSpc>
                <a:spcPts val="4574"/>
              </a:lnSpc>
              <a:spcBef>
                <a:spcPct val="0"/>
              </a:spcBef>
              <a:buFont typeface="Arial"/>
              <a:buChar char="•"/>
            </a:pPr>
            <a:r>
              <a:rPr lang="en-US" sz="3749" u="none" strike="noStrike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Good for small datasets.</a:t>
            </a:r>
          </a:p>
          <a:p>
            <a:pPr marL="809525" lvl="1" indent="-404762" algn="l">
              <a:lnSpc>
                <a:spcPts val="4574"/>
              </a:lnSpc>
              <a:spcBef>
                <a:spcPct val="0"/>
              </a:spcBef>
              <a:buFont typeface="Arial"/>
              <a:buChar char="•"/>
            </a:pPr>
            <a:r>
              <a:rPr lang="en-US" sz="3749" u="none" strike="noStrike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Works well in environments like Assembly teaching.</a:t>
            </a:r>
          </a:p>
          <a:p>
            <a:pPr marL="0" lvl="0" indent="0" algn="l">
              <a:lnSpc>
                <a:spcPts val="3964"/>
              </a:lnSpc>
              <a:spcBef>
                <a:spcPct val="0"/>
              </a:spcBef>
            </a:pPr>
            <a:endParaRPr lang="en-US" sz="3749" u="none" strike="noStrike" spc="-112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59877" y="3244807"/>
            <a:ext cx="7077395" cy="341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2765" lvl="1" indent="-406382" algn="l">
              <a:lnSpc>
                <a:spcPts val="4592"/>
              </a:lnSpc>
              <a:spcBef>
                <a:spcPct val="0"/>
              </a:spcBef>
              <a:buFont typeface="Arial"/>
              <a:buChar char="•"/>
            </a:pPr>
            <a:r>
              <a:rPr lang="en-US" sz="3764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3764" u="none" strike="noStrike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low for large arrays.</a:t>
            </a:r>
          </a:p>
          <a:p>
            <a:pPr marL="812765" lvl="1" indent="-406382" algn="l">
              <a:lnSpc>
                <a:spcPts val="4592"/>
              </a:lnSpc>
              <a:spcBef>
                <a:spcPct val="0"/>
              </a:spcBef>
              <a:buFont typeface="Arial"/>
              <a:buChar char="•"/>
            </a:pPr>
            <a:r>
              <a:rPr lang="en-US" sz="3764" u="none" strike="noStrike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Not great for real worls use.</a:t>
            </a:r>
          </a:p>
          <a:p>
            <a:pPr marL="812765" lvl="1" indent="-406382" algn="l">
              <a:lnSpc>
                <a:spcPts val="4592"/>
              </a:lnSpc>
              <a:spcBef>
                <a:spcPct val="0"/>
              </a:spcBef>
              <a:buFont typeface="Arial"/>
              <a:buChar char="•"/>
            </a:pPr>
            <a:r>
              <a:rPr lang="en-US" sz="3764" u="none" strike="noStrike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Excessive number of swaps.</a:t>
            </a:r>
          </a:p>
          <a:p>
            <a:pPr marL="812765" lvl="1" indent="-406382" algn="l">
              <a:lnSpc>
                <a:spcPts val="4592"/>
              </a:lnSpc>
              <a:spcBef>
                <a:spcPct val="0"/>
              </a:spcBef>
              <a:buFont typeface="Arial"/>
              <a:buChar char="•"/>
            </a:pPr>
            <a:r>
              <a:rPr lang="en-US" sz="3764" u="none" strike="noStrike" spc="-112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Poor performance compared to QuickSort, MergeSort etc.</a:t>
            </a:r>
          </a:p>
          <a:p>
            <a:pPr marL="0" lvl="0" indent="0" algn="l">
              <a:lnSpc>
                <a:spcPts val="4099"/>
              </a:lnSpc>
              <a:spcBef>
                <a:spcPct val="0"/>
              </a:spcBef>
            </a:pPr>
            <a:endParaRPr lang="en-US" sz="3764" u="none" strike="noStrike" spc="-112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459877" y="1117799"/>
            <a:ext cx="8413912" cy="1583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01"/>
              </a:lnSpc>
              <a:spcBef>
                <a:spcPct val="0"/>
              </a:spcBef>
            </a:pPr>
            <a:r>
              <a:rPr lang="en-US" sz="9501" b="1" spc="-950" dirty="0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DISADVANTAGES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34613" y="908685"/>
            <a:ext cx="809387" cy="192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78"/>
              </a:lnSpc>
              <a:spcBef>
                <a:spcPct val="0"/>
              </a:spcBef>
            </a:pPr>
            <a:r>
              <a:rPr lang="en-US" sz="11199" b="1" spc="-111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&amp;</a:t>
            </a:r>
          </a:p>
        </p:txBody>
      </p:sp>
      <p:sp>
        <p:nvSpPr>
          <p:cNvPr id="7" name="AutoShape 7"/>
          <p:cNvSpPr/>
          <p:nvPr/>
        </p:nvSpPr>
        <p:spPr>
          <a:xfrm flipH="1">
            <a:off x="8720257" y="2867338"/>
            <a:ext cx="0" cy="4307493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2998574" y="7174831"/>
            <a:ext cx="5289426" cy="3112169"/>
          </a:xfrm>
          <a:custGeom>
            <a:avLst/>
            <a:gdLst/>
            <a:ahLst/>
            <a:cxnLst/>
            <a:rect l="l" t="t" r="r" b="b"/>
            <a:pathLst>
              <a:path w="5289426" h="3112169">
                <a:moveTo>
                  <a:pt x="5289426" y="0"/>
                </a:moveTo>
                <a:lnTo>
                  <a:pt x="0" y="0"/>
                </a:lnTo>
                <a:lnTo>
                  <a:pt x="0" y="3112169"/>
                </a:lnTo>
                <a:lnTo>
                  <a:pt x="5289426" y="3112169"/>
                </a:lnTo>
                <a:lnTo>
                  <a:pt x="5289426" y="0"/>
                </a:lnTo>
                <a:close/>
              </a:path>
            </a:pathLst>
          </a:custGeom>
          <a:blipFill>
            <a:blip r:embed="rId2"/>
            <a:stretch>
              <a:fillRect t="-810" b="-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19882" y="7585914"/>
            <a:ext cx="4326207" cy="2290003"/>
          </a:xfrm>
          <a:custGeom>
            <a:avLst/>
            <a:gdLst/>
            <a:ahLst/>
            <a:cxnLst/>
            <a:rect l="l" t="t" r="r" b="b"/>
            <a:pathLst>
              <a:path w="4326207" h="2290003">
                <a:moveTo>
                  <a:pt x="0" y="0"/>
                </a:moveTo>
                <a:lnTo>
                  <a:pt x="4326207" y="0"/>
                </a:lnTo>
                <a:lnTo>
                  <a:pt x="4326207" y="2290003"/>
                </a:lnTo>
                <a:lnTo>
                  <a:pt x="0" y="2290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39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B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619" y="4895653"/>
            <a:ext cx="17404763" cy="360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836" lvl="1" indent="-398418" algn="just">
              <a:lnSpc>
                <a:spcPts val="4502"/>
              </a:lnSpc>
              <a:buFont typeface="Arial"/>
              <a:buChar char="•"/>
            </a:pPr>
            <a:r>
              <a:rPr lang="en-US" sz="3690" spc="-11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Easy to implement in Assembly, good for beginners learning low-level programming.</a:t>
            </a:r>
          </a:p>
          <a:p>
            <a:pPr marL="796836" lvl="1" indent="-398418" algn="just">
              <a:lnSpc>
                <a:spcPts val="4502"/>
              </a:lnSpc>
              <a:buFont typeface="Arial"/>
              <a:buChar char="•"/>
            </a:pPr>
            <a:r>
              <a:rPr lang="en-US" sz="3690" spc="-11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Uses simple instructions (CMP, MOV, INC, DEC, JUMP), making instruction flow clear.</a:t>
            </a:r>
          </a:p>
          <a:p>
            <a:pPr marL="796836" lvl="1" indent="-398418" algn="just">
              <a:lnSpc>
                <a:spcPts val="4502"/>
              </a:lnSpc>
              <a:buFont typeface="Arial"/>
              <a:buChar char="•"/>
            </a:pPr>
            <a:r>
              <a:rPr lang="en-US" sz="3690" spc="-11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Helps understand loops, counters, and register usage (CL, CH, SI).</a:t>
            </a:r>
          </a:p>
          <a:p>
            <a:pPr marL="796836" lvl="1" indent="-398418" algn="just">
              <a:lnSpc>
                <a:spcPts val="4502"/>
              </a:lnSpc>
              <a:buFont typeface="Arial"/>
              <a:buChar char="•"/>
            </a:pPr>
            <a:r>
              <a:rPr lang="en-US" sz="3690" spc="-11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Reinforces memory addressing by comparing and swapping adjacent values.</a:t>
            </a:r>
          </a:p>
          <a:p>
            <a:pPr algn="just">
              <a:lnSpc>
                <a:spcPts val="4010"/>
              </a:lnSpc>
            </a:pPr>
            <a:endParaRPr lang="en-US" sz="3690" spc="-11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3272"/>
              </a:lnSpc>
            </a:pPr>
            <a:endParaRPr lang="en-US" sz="3690" spc="-11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>
              <a:lnSpc>
                <a:spcPts val="3272"/>
              </a:lnSpc>
            </a:pPr>
            <a:endParaRPr lang="en-US" sz="3690" spc="-110">
              <a:solidFill>
                <a:srgbClr val="1E1E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836929" y="3103900"/>
            <a:ext cx="11886696" cy="1356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16"/>
              </a:lnSpc>
            </a:pPr>
            <a:r>
              <a:rPr lang="en-US" sz="12098" b="1" spc="-1209">
                <a:solidFill>
                  <a:srgbClr val="1F191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 rot="-896275">
            <a:off x="1845198" y="979545"/>
            <a:ext cx="1925551" cy="2491431"/>
          </a:xfrm>
          <a:custGeom>
            <a:avLst/>
            <a:gdLst/>
            <a:ahLst/>
            <a:cxnLst/>
            <a:rect l="l" t="t" r="r" b="b"/>
            <a:pathLst>
              <a:path w="1925551" h="2491431">
                <a:moveTo>
                  <a:pt x="0" y="0"/>
                </a:moveTo>
                <a:lnTo>
                  <a:pt x="1925551" y="0"/>
                </a:lnTo>
                <a:lnTo>
                  <a:pt x="1925551" y="2491431"/>
                </a:lnTo>
                <a:lnTo>
                  <a:pt x="0" y="24914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98751" y="5143500"/>
            <a:ext cx="10523733" cy="4645271"/>
          </a:xfrm>
          <a:custGeom>
            <a:avLst/>
            <a:gdLst/>
            <a:ahLst/>
            <a:cxnLst/>
            <a:rect l="l" t="t" r="r" b="b"/>
            <a:pathLst>
              <a:path w="10523733" h="4645271">
                <a:moveTo>
                  <a:pt x="0" y="0"/>
                </a:moveTo>
                <a:lnTo>
                  <a:pt x="10523734" y="0"/>
                </a:lnTo>
                <a:lnTo>
                  <a:pt x="10523734" y="4645271"/>
                </a:lnTo>
                <a:lnTo>
                  <a:pt x="0" y="4645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1" b="-8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0196" y="1309912"/>
            <a:ext cx="9728166" cy="439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884"/>
              </a:lnSpc>
            </a:pPr>
            <a:r>
              <a:rPr lang="en-US" sz="22691" b="1" spc="-2269">
                <a:solidFill>
                  <a:srgbClr val="40B19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Microsoft Office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Aileron Bold</vt:lpstr>
      <vt:lpstr>Aileron</vt:lpstr>
      <vt:lpstr>Roboto</vt:lpstr>
      <vt:lpstr>Times New Roman MT Bold</vt:lpstr>
      <vt:lpstr>Glacial Indifference Bold</vt:lpstr>
      <vt:lpstr>Times New Roman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project</dc:title>
  <cp:lastModifiedBy>01-134241-041</cp:lastModifiedBy>
  <cp:revision>2</cp:revision>
  <dcterms:created xsi:type="dcterms:W3CDTF">2006-08-16T00:00:00Z</dcterms:created>
  <dcterms:modified xsi:type="dcterms:W3CDTF">2025-11-22T19:37:35Z</dcterms:modified>
  <dc:identifier>DAG5cU03yes</dc:identifier>
</cp:coreProperties>
</file>